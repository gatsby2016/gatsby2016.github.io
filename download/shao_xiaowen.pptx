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7" r:id="rId2"/>
    <p:sldId id="258" r:id="rId3"/>
    <p:sldId id="317" r:id="rId4"/>
    <p:sldId id="311" r:id="rId5"/>
    <p:sldId id="282" r:id="rId6"/>
    <p:sldId id="318" r:id="rId7"/>
    <p:sldId id="321" r:id="rId8"/>
    <p:sldId id="287" r:id="rId9"/>
    <p:sldId id="288" r:id="rId10"/>
    <p:sldId id="289" r:id="rId11"/>
    <p:sldId id="290" r:id="rId12"/>
    <p:sldId id="291" r:id="rId13"/>
    <p:sldId id="319" r:id="rId14"/>
    <p:sldId id="285" r:id="rId15"/>
    <p:sldId id="294" r:id="rId16"/>
    <p:sldId id="297" r:id="rId17"/>
    <p:sldId id="305" r:id="rId18"/>
    <p:sldId id="300" r:id="rId19"/>
    <p:sldId id="301" r:id="rId20"/>
    <p:sldId id="295" r:id="rId21"/>
    <p:sldId id="299" r:id="rId22"/>
    <p:sldId id="320" r:id="rId23"/>
    <p:sldId id="303" r:id="rId24"/>
    <p:sldId id="304" r:id="rId25"/>
    <p:sldId id="273"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979" autoAdjust="0"/>
  </p:normalViewPr>
  <p:slideViewPr>
    <p:cSldViewPr snapToGrid="0">
      <p:cViewPr varScale="1">
        <p:scale>
          <a:sx n="71" d="100"/>
          <a:sy n="71" d="100"/>
        </p:scale>
        <p:origin x="1138" y="62"/>
      </p:cViewPr>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DE2668-FE81-4183-8DB3-A2F151111DE5}" type="datetimeFigureOut">
              <a:rPr lang="zh-CN" altLang="en-US" smtClean="0"/>
              <a:t>2021/5/30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AE932F-ED8D-4AE6-81FB-F3A796E51912}" type="slidenum">
              <a:rPr lang="zh-CN" altLang="en-US" smtClean="0"/>
              <a:t>‹#›</a:t>
            </a:fld>
            <a:endParaRPr lang="zh-CN" altLang="en-US"/>
          </a:p>
        </p:txBody>
      </p:sp>
    </p:spTree>
    <p:extLst>
      <p:ext uri="{BB962C8B-B14F-4D97-AF65-F5344CB8AC3E}">
        <p14:creationId xmlns:p14="http://schemas.microsoft.com/office/powerpoint/2010/main" val="3459049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1</a:t>
            </a:fld>
            <a:endParaRPr lang="zh-CN" altLang="en-US"/>
          </a:p>
        </p:txBody>
      </p:sp>
    </p:spTree>
    <p:extLst>
      <p:ext uri="{BB962C8B-B14F-4D97-AF65-F5344CB8AC3E}">
        <p14:creationId xmlns:p14="http://schemas.microsoft.com/office/powerpoint/2010/main" val="1780619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分别针对有监督和无监督领域自适应的行人重识别提出的特征学习算法</a:t>
            </a:r>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2</a:t>
            </a:fld>
            <a:endParaRPr lang="zh-CN" altLang="en-US"/>
          </a:p>
        </p:txBody>
      </p:sp>
    </p:spTree>
    <p:extLst>
      <p:ext uri="{BB962C8B-B14F-4D97-AF65-F5344CB8AC3E}">
        <p14:creationId xmlns:p14="http://schemas.microsoft.com/office/powerpoint/2010/main" val="32299224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3</a:t>
            </a:fld>
            <a:endParaRPr lang="zh-CN" altLang="en-US"/>
          </a:p>
        </p:txBody>
      </p:sp>
    </p:spTree>
    <p:extLst>
      <p:ext uri="{BB962C8B-B14F-4D97-AF65-F5344CB8AC3E}">
        <p14:creationId xmlns:p14="http://schemas.microsoft.com/office/powerpoint/2010/main" val="40307902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4</a:t>
            </a:fld>
            <a:endParaRPr lang="zh-CN" altLang="en-US"/>
          </a:p>
        </p:txBody>
      </p:sp>
    </p:spTree>
    <p:extLst>
      <p:ext uri="{BB962C8B-B14F-4D97-AF65-F5344CB8AC3E}">
        <p14:creationId xmlns:p14="http://schemas.microsoft.com/office/powerpoint/2010/main" val="32297272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然而待识别的行人会出现在多个不同的摄像头下，这些摄像头捕捉到的图片与给定图片在</a:t>
            </a:r>
            <a:r>
              <a:rPr lang="en-US" altLang="zh-CN" sz="1800" b="0" i="0" u="none" strike="noStrike" baseline="0" dirty="0">
                <a:solidFill>
                  <a:srgbClr val="000000"/>
                </a:solidFill>
                <a:latin typeface="宋体" panose="02010600030101010101" pitchFamily="2" charset="-122"/>
                <a:ea typeface="宋体" panose="02010600030101010101" pitchFamily="2" charset="-122"/>
              </a:rPr>
              <a:t>…</a:t>
            </a:r>
            <a:r>
              <a:rPr lang="zh-CN" altLang="en-US" sz="1800" b="0" i="0" u="none" strike="noStrike" baseline="0" dirty="0">
                <a:solidFill>
                  <a:srgbClr val="000000"/>
                </a:solidFill>
                <a:latin typeface="宋体" panose="02010600030101010101" pitchFamily="2" charset="-122"/>
                <a:ea typeface="宋体" panose="02010600030101010101" pitchFamily="2" charset="-122"/>
              </a:rPr>
              <a:t>等方面存在很大差异；且其他行人可能与</a:t>
            </a:r>
            <a:r>
              <a:rPr lang="zh-CN" altLang="en-US" sz="1800" b="0" i="0" u="none" strike="noStrike" baseline="0">
                <a:solidFill>
                  <a:srgbClr val="000000"/>
                </a:solidFill>
                <a:latin typeface="宋体" panose="02010600030101010101" pitchFamily="2" charset="-122"/>
                <a:ea typeface="宋体" panose="02010600030101010101" pitchFamily="2" charset="-122"/>
              </a:rPr>
              <a:t>给定行人穿着</a:t>
            </a:r>
            <a:r>
              <a:rPr lang="zh-CN" altLang="en-US" sz="1800" b="0" i="0" u="none" strike="noStrike" baseline="0" dirty="0">
                <a:solidFill>
                  <a:srgbClr val="000000"/>
                </a:solidFill>
                <a:latin typeface="宋体" panose="02010600030101010101" pitchFamily="2" charset="-122"/>
                <a:ea typeface="宋体" panose="02010600030101010101" pitchFamily="2" charset="-122"/>
              </a:rPr>
              <a:t>相同颜色的衣服，而表现出相似的外观；此外，监控图片的分辨率较低，画面不清晰；行人主体容易遭遇遮挡。这些问题给行人</a:t>
            </a:r>
            <a:r>
              <a:rPr lang="zh-CN" altLang="en-US" sz="1800" b="0" i="0" u="none" strike="noStrike" baseline="0">
                <a:solidFill>
                  <a:srgbClr val="000000"/>
                </a:solidFill>
                <a:latin typeface="宋体" panose="02010600030101010101" pitchFamily="2" charset="-122"/>
                <a:ea typeface="宋体" panose="02010600030101010101" pitchFamily="2" charset="-122"/>
              </a:rPr>
              <a:t>重识别带来</a:t>
            </a:r>
            <a:r>
              <a:rPr lang="zh-CN" altLang="en-US" sz="1800" b="0" i="0" u="none" strike="noStrike" baseline="0" dirty="0">
                <a:solidFill>
                  <a:srgbClr val="000000"/>
                </a:solidFill>
                <a:latin typeface="宋体" panose="02010600030101010101" pitchFamily="2" charset="-122"/>
                <a:ea typeface="宋体" panose="02010600030101010101" pitchFamily="2" charset="-122"/>
              </a:rPr>
              <a:t>了很大的挑战</a:t>
            </a:r>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5</a:t>
            </a:fld>
            <a:endParaRPr lang="zh-CN" altLang="en-US"/>
          </a:p>
        </p:txBody>
      </p:sp>
    </p:spTree>
    <p:extLst>
      <p:ext uri="{BB962C8B-B14F-4D97-AF65-F5344CB8AC3E}">
        <p14:creationId xmlns:p14="http://schemas.microsoft.com/office/powerpoint/2010/main" val="2564370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6</a:t>
            </a:fld>
            <a:endParaRPr lang="zh-CN" altLang="en-US"/>
          </a:p>
        </p:txBody>
      </p:sp>
    </p:spTree>
    <p:extLst>
      <p:ext uri="{BB962C8B-B14F-4D97-AF65-F5344CB8AC3E}">
        <p14:creationId xmlns:p14="http://schemas.microsoft.com/office/powerpoint/2010/main" val="3595877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只从全局外观的角度并不能取得足够好的性能。常见的一种思路是对特征图</a:t>
            </a:r>
            <a:r>
              <a:rPr lang="en-US" altLang="zh-CN" sz="1800" b="0" i="0" u="none" strike="noStrike" baseline="0" dirty="0">
                <a:solidFill>
                  <a:srgbClr val="000000"/>
                </a:solidFill>
                <a:latin typeface="宋体" panose="02010600030101010101" pitchFamily="2" charset="-122"/>
                <a:ea typeface="宋体" panose="02010600030101010101" pitchFamily="2" charset="-122"/>
              </a:rPr>
              <a:t>…</a:t>
            </a:r>
            <a:r>
              <a:rPr lang="zh-CN" altLang="en-US" sz="1800" b="0" i="0" u="none" strike="noStrike" baseline="0" dirty="0">
                <a:solidFill>
                  <a:srgbClr val="000000"/>
                </a:solidFill>
                <a:latin typeface="宋体" panose="02010600030101010101" pitchFamily="2" charset="-122"/>
                <a:ea typeface="宋体" panose="02010600030101010101" pitchFamily="2" charset="-122"/>
              </a:rPr>
              <a:t>，未考虑行人不对齐的情形，而且没有去除背景的干扰；利用额外的姿态估计或人体解析模型来定位各个部位，不能端到端的学习，容易引入噪声。</a:t>
            </a:r>
            <a:r>
              <a:rPr lang="zh-CN" altLang="en-US" sz="1200" b="0" i="0" u="none" strike="noStrike" baseline="0" dirty="0">
                <a:latin typeface="simsun.ttf"/>
              </a:rPr>
              <a:t>行人的属性</a:t>
            </a:r>
            <a:r>
              <a:rPr lang="zh-CN" altLang="en-US" sz="1200" b="0" i="0" u="none" strike="noStrike" baseline="0" dirty="0">
                <a:latin typeface="CMR10"/>
              </a:rPr>
              <a:t>，</a:t>
            </a:r>
            <a:r>
              <a:rPr lang="zh-CN" altLang="en-US" sz="1200" b="0" i="0" u="none" strike="noStrike" baseline="0" dirty="0">
                <a:latin typeface="simsun.ttf"/>
              </a:rPr>
              <a:t>性别、头发长短、是否背包等</a:t>
            </a:r>
            <a:r>
              <a:rPr lang="en-US" altLang="zh-CN" sz="1200" b="0" i="0" u="none" strike="noStrike" baseline="0" dirty="0">
                <a:latin typeface="simsun.ttf"/>
              </a:rPr>
              <a:t>…</a:t>
            </a:r>
            <a:r>
              <a:rPr lang="zh-CN" altLang="en-US" sz="1200" b="0" i="0" u="none" strike="noStrike" baseline="0" dirty="0">
                <a:solidFill>
                  <a:srgbClr val="000000"/>
                </a:solidFill>
                <a:latin typeface="宋体" panose="02010600030101010101" pitchFamily="2" charset="-122"/>
                <a:ea typeface="宋体" panose="02010600030101010101" pitchFamily="2" charset="-122"/>
              </a:rPr>
              <a:t>利用属性</a:t>
            </a:r>
            <a:r>
              <a:rPr lang="en-US" altLang="zh-CN" sz="1200" b="0" i="0" u="none" strike="noStrike" baseline="0" dirty="0">
                <a:solidFill>
                  <a:srgbClr val="000000"/>
                </a:solidFill>
                <a:latin typeface="宋体" panose="02010600030101010101" pitchFamily="2" charset="-122"/>
                <a:ea typeface="宋体" panose="02010600030101010101" pitchFamily="2" charset="-122"/>
              </a:rPr>
              <a:t>…</a:t>
            </a:r>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7</a:t>
            </a:fld>
            <a:endParaRPr lang="zh-CN" altLang="en-US"/>
          </a:p>
        </p:txBody>
      </p:sp>
    </p:spTree>
    <p:extLst>
      <p:ext uri="{BB962C8B-B14F-4D97-AF65-F5344CB8AC3E}">
        <p14:creationId xmlns:p14="http://schemas.microsoft.com/office/powerpoint/2010/main" val="1546280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sz="1800" b="0" i="0" u="none" strike="noStrike" baseline="0" dirty="0">
                <a:latin typeface="CMR10"/>
              </a:rPr>
              <a:t>第一个工作</a:t>
            </a:r>
            <a:r>
              <a:rPr lang="zh-CN" altLang="en-US" sz="1800" b="0" i="0" u="none" strike="noStrike" baseline="0" dirty="0">
                <a:solidFill>
                  <a:srgbClr val="000000"/>
                </a:solidFill>
                <a:latin typeface="宋体" panose="02010600030101010101" pitchFamily="2" charset="-122"/>
                <a:ea typeface="宋体" panose="02010600030101010101" pitchFamily="2" charset="-122"/>
              </a:rPr>
              <a:t>基于属性进行行人重识别的研究，将行人重识别和属性识别集成在分类网络中，同时学习行人的全局特征和属性特征。在学习全局特征时，对身份标签采用了平滑操作以抑制过拟合问题；在学习属性特征时，对每个属性使用加权的</a:t>
            </a:r>
            <a:r>
              <a:rPr lang="en-US" altLang="zh-CN" sz="1800" b="0" i="0" u="none" strike="noStrike" baseline="0" dirty="0">
                <a:solidFill>
                  <a:srgbClr val="000000"/>
                </a:solidFill>
                <a:latin typeface="Times New Roman" panose="02020603050405020304" pitchFamily="18" charset="0"/>
                <a:ea typeface="宋体" panose="02010600030101010101" pitchFamily="2" charset="-122"/>
              </a:rPr>
              <a:t>Focal Loss</a:t>
            </a:r>
            <a:r>
              <a:rPr lang="zh-CN" altLang="en-US" sz="1800" b="0" i="0" u="none" strike="noStrike" baseline="0" dirty="0">
                <a:solidFill>
                  <a:srgbClr val="000000"/>
                </a:solidFill>
                <a:latin typeface="宋体" panose="02010600030101010101" pitchFamily="2" charset="-122"/>
                <a:ea typeface="宋体" panose="02010600030101010101" pitchFamily="2" charset="-122"/>
              </a:rPr>
              <a:t>，以解决各属性类别的样本比例不均衡和简单样本主导训练过程的问题。考虑到每个属性的重要性是不同的，对于每张图片，网络都会自适应地生成每个属性对应的权重，用来对所有属性特征加权求和，得到属性融合特征。属性融合特征和全局特征组合构成最终的行人身份特征。</a:t>
            </a:r>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8</a:t>
            </a:fld>
            <a:endParaRPr lang="zh-CN" altLang="en-US"/>
          </a:p>
        </p:txBody>
      </p:sp>
    </p:spTree>
    <p:extLst>
      <p:ext uri="{BB962C8B-B14F-4D97-AF65-F5344CB8AC3E}">
        <p14:creationId xmlns:p14="http://schemas.microsoft.com/office/powerpoint/2010/main" val="2992827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实验基于</a:t>
            </a:r>
            <a:r>
              <a:rPr lang="en-US" altLang="zh-CN" sz="1800" b="0" i="0" u="none" strike="noStrike" baseline="0" dirty="0">
                <a:solidFill>
                  <a:srgbClr val="000000"/>
                </a:solidFill>
                <a:latin typeface="宋体" panose="02010600030101010101" pitchFamily="2" charset="-122"/>
                <a:ea typeface="宋体" panose="02010600030101010101" pitchFamily="2" charset="-122"/>
              </a:rPr>
              <a:t>Duke</a:t>
            </a:r>
            <a:r>
              <a:rPr lang="zh-CN" altLang="en-US" sz="1800" b="0" i="0" u="none" strike="noStrike" baseline="0" dirty="0">
                <a:solidFill>
                  <a:srgbClr val="000000"/>
                </a:solidFill>
                <a:latin typeface="宋体" panose="02010600030101010101" pitchFamily="2" charset="-122"/>
                <a:ea typeface="宋体" panose="02010600030101010101" pitchFamily="2" charset="-122"/>
              </a:rPr>
              <a:t>和</a:t>
            </a:r>
            <a:r>
              <a:rPr lang="en-US" altLang="zh-CN" sz="1800" b="0" i="0" u="none" strike="noStrike" baseline="0" dirty="0">
                <a:solidFill>
                  <a:srgbClr val="000000"/>
                </a:solidFill>
                <a:latin typeface="宋体" panose="02010600030101010101" pitchFamily="2" charset="-122"/>
                <a:ea typeface="宋体" panose="02010600030101010101" pitchFamily="2" charset="-122"/>
              </a:rPr>
              <a:t>Market</a:t>
            </a:r>
            <a:r>
              <a:rPr lang="zh-CN" altLang="en-US" sz="1800" b="0" i="0" u="none" strike="noStrike" baseline="0" dirty="0">
                <a:solidFill>
                  <a:srgbClr val="000000"/>
                </a:solidFill>
                <a:latin typeface="宋体" panose="02010600030101010101" pitchFamily="2" charset="-122"/>
                <a:ea typeface="宋体" panose="02010600030101010101" pitchFamily="2" charset="-122"/>
              </a:rPr>
              <a:t>数据集进行评测。</a:t>
            </a:r>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9</a:t>
            </a:fld>
            <a:endParaRPr lang="zh-CN" altLang="en-US"/>
          </a:p>
        </p:txBody>
      </p:sp>
    </p:spTree>
    <p:extLst>
      <p:ext uri="{BB962C8B-B14F-4D97-AF65-F5344CB8AC3E}">
        <p14:creationId xmlns:p14="http://schemas.microsoft.com/office/powerpoint/2010/main" val="4036604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为了验证多任务学习和属性特征融合的有效性，对。只训练身份分类的单支网络，基准模型；身份分类和属性识别的多任务网络，网络此时不光要正确预测行人的身份，还要预测各个属性，提高了泛化性能；在多任务网络的基础上，加入对属性特征进行身份监督的任务，性能进一步提高。</a:t>
            </a:r>
            <a:endParaRPr lang="en-US" altLang="zh-CN" sz="1800" b="0" i="0" u="none" strike="noStrike" baseline="0" dirty="0">
              <a:solidFill>
                <a:srgbClr val="000000"/>
              </a:solidFill>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A0AE932F-ED8D-4AE6-81FB-F3A796E51912}" type="slidenum">
              <a:rPr lang="zh-CN" altLang="en-US" smtClean="0"/>
              <a:t>10</a:t>
            </a:fld>
            <a:endParaRPr lang="zh-CN" altLang="en-US"/>
          </a:p>
        </p:txBody>
      </p:sp>
    </p:spTree>
    <p:extLst>
      <p:ext uri="{BB962C8B-B14F-4D97-AF65-F5344CB8AC3E}">
        <p14:creationId xmlns:p14="http://schemas.microsoft.com/office/powerpoint/2010/main" val="32710990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在模型训练完成后</a:t>
            </a:r>
            <a:r>
              <a:rPr lang="en-US" altLang="zh-CN" sz="1800" b="0" i="0" u="none" strike="noStrike" baseline="0" dirty="0">
                <a:solidFill>
                  <a:srgbClr val="000000"/>
                </a:solidFill>
                <a:latin typeface="宋体" panose="02010600030101010101" pitchFamily="2" charset="-122"/>
                <a:ea typeface="宋体" panose="02010600030101010101" pitchFamily="2" charset="-122"/>
              </a:rPr>
              <a:t>…</a:t>
            </a:r>
            <a:r>
              <a:rPr lang="zh-CN" altLang="en-US" sz="1800" b="0" i="0" u="none" strike="noStrike" baseline="0" dirty="0">
                <a:solidFill>
                  <a:srgbClr val="000000"/>
                </a:solidFill>
                <a:latin typeface="宋体" panose="02010600030101010101" pitchFamily="2" charset="-122"/>
                <a:ea typeface="宋体" panose="02010600030101010101" pitchFamily="2" charset="-122"/>
              </a:rPr>
              <a:t>。对于第一个行人，在找出的</a:t>
            </a:r>
            <a:r>
              <a:rPr lang="en-US" altLang="zh-CN" sz="1800" b="0" i="0" u="none" strike="noStrike" baseline="0" dirty="0">
                <a:solidFill>
                  <a:srgbClr val="000000"/>
                </a:solidFill>
                <a:latin typeface="Times New Roman" panose="02020603050405020304" pitchFamily="18" charset="0"/>
                <a:ea typeface="宋体" panose="02010600030101010101" pitchFamily="2" charset="-122"/>
              </a:rPr>
              <a:t>10</a:t>
            </a:r>
            <a:r>
              <a:rPr lang="zh-CN" altLang="en-US" sz="1800" b="0" i="0" u="none" strike="noStrike" baseline="0" dirty="0">
                <a:solidFill>
                  <a:srgbClr val="000000"/>
                </a:solidFill>
                <a:latin typeface="宋体" panose="02010600030101010101" pitchFamily="2" charset="-122"/>
                <a:ea typeface="宋体" panose="02010600030101010101" pitchFamily="2" charset="-122"/>
              </a:rPr>
              <a:t>张图片中，行人均穿着蓝色上衣和黑色裤子，但只有</a:t>
            </a:r>
            <a:r>
              <a:rPr lang="en-US" altLang="zh-CN" sz="1800" b="0" i="0" u="none" strike="noStrike" baseline="0" dirty="0">
                <a:solidFill>
                  <a:srgbClr val="000000"/>
                </a:solidFill>
                <a:latin typeface="Times New Roman" panose="02020603050405020304" pitchFamily="18" charset="0"/>
                <a:ea typeface="宋体" panose="02010600030101010101" pitchFamily="2" charset="-122"/>
              </a:rPr>
              <a:t>5</a:t>
            </a:r>
            <a:r>
              <a:rPr lang="zh-CN" altLang="en-US" sz="1800" b="0" i="0" u="none" strike="noStrike" baseline="0" dirty="0">
                <a:solidFill>
                  <a:srgbClr val="000000"/>
                </a:solidFill>
                <a:latin typeface="宋体" panose="02010600030101010101" pitchFamily="2" charset="-122"/>
                <a:ea typeface="宋体" panose="02010600030101010101" pitchFamily="2" charset="-122"/>
              </a:rPr>
              <a:t>张图片属于目标行人；属性融合特征包含对于这个行人很重要的书包信息，成功检索出了</a:t>
            </a:r>
            <a:r>
              <a:rPr lang="en-US" altLang="zh-CN" sz="1800" b="0" i="0" u="none" strike="noStrike" baseline="0" dirty="0">
                <a:solidFill>
                  <a:srgbClr val="000000"/>
                </a:solidFill>
                <a:latin typeface="Times New Roman" panose="02020603050405020304" pitchFamily="18" charset="0"/>
                <a:ea typeface="宋体" panose="02010600030101010101" pitchFamily="2" charset="-122"/>
              </a:rPr>
              <a:t>10 </a:t>
            </a:r>
            <a:r>
              <a:rPr lang="zh-CN" altLang="en-US" sz="1800" b="0" i="0" u="none" strike="noStrike" baseline="0" dirty="0">
                <a:solidFill>
                  <a:srgbClr val="000000"/>
                </a:solidFill>
                <a:latin typeface="宋体" panose="02010600030101010101" pitchFamily="2" charset="-122"/>
                <a:ea typeface="宋体" panose="02010600030101010101" pitchFamily="2" charset="-122"/>
              </a:rPr>
              <a:t>张正确的图片；对于第二个行人，全局特征检索出的多为行人的背面图片，而融合特征检索出许多侧面图片，这两个结果中均有错误，但当这两个特征相连后，可以找出</a:t>
            </a:r>
            <a:r>
              <a:rPr lang="en-US" altLang="zh-CN" sz="1800" b="0" i="0" u="none" strike="noStrike" baseline="0" dirty="0">
                <a:solidFill>
                  <a:srgbClr val="000000"/>
                </a:solidFill>
                <a:latin typeface="Times New Roman" panose="02020603050405020304" pitchFamily="18" charset="0"/>
                <a:ea typeface="宋体" panose="02010600030101010101" pitchFamily="2" charset="-122"/>
              </a:rPr>
              <a:t>10 </a:t>
            </a:r>
            <a:r>
              <a:rPr lang="zh-CN" altLang="en-US" sz="1800" b="0" i="0" u="none" strike="noStrike" baseline="0" dirty="0">
                <a:solidFill>
                  <a:srgbClr val="000000"/>
                </a:solidFill>
                <a:latin typeface="宋体" panose="02010600030101010101" pitchFamily="2" charset="-122"/>
                <a:ea typeface="宋体" panose="02010600030101010101" pitchFamily="2" charset="-122"/>
              </a:rPr>
              <a:t>张正确的包含各个视角的图片。</a:t>
            </a:r>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11</a:t>
            </a:fld>
            <a:endParaRPr lang="zh-CN" altLang="en-US"/>
          </a:p>
        </p:txBody>
      </p:sp>
    </p:spTree>
    <p:extLst>
      <p:ext uri="{BB962C8B-B14F-4D97-AF65-F5344CB8AC3E}">
        <p14:creationId xmlns:p14="http://schemas.microsoft.com/office/powerpoint/2010/main" val="34267069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800" b="0" i="0" u="none" strike="noStrike" baseline="0" dirty="0">
                <a:solidFill>
                  <a:srgbClr val="000000"/>
                </a:solidFill>
                <a:latin typeface="宋体" panose="02010600030101010101" pitchFamily="2" charset="-122"/>
                <a:ea typeface="宋体" panose="02010600030101010101" pitchFamily="2" charset="-122"/>
              </a:rPr>
              <a:t>为验证属性信息的有效性，模型训练完成之后，使用</a:t>
            </a:r>
            <a:r>
              <a:rPr lang="en-US" altLang="zh-CN" sz="1800" b="0" i="0" u="none" strike="noStrike" baseline="0" dirty="0">
                <a:solidFill>
                  <a:srgbClr val="000000"/>
                </a:solidFill>
                <a:latin typeface="Times New Roman" panose="02020603050405020304" pitchFamily="18" charset="0"/>
                <a:ea typeface="宋体" panose="02010600030101010101" pitchFamily="2" charset="-122"/>
              </a:rPr>
              <a:t>Grad-CAM</a:t>
            </a:r>
            <a:r>
              <a:rPr lang="zh-CN" altLang="en-US" sz="1800" b="0" i="0" u="none" strike="noStrike" baseline="0" dirty="0">
                <a:solidFill>
                  <a:srgbClr val="000000"/>
                </a:solidFill>
                <a:latin typeface="Times New Roman" panose="02020603050405020304" pitchFamily="18" charset="0"/>
                <a:ea typeface="宋体" panose="02010600030101010101" pitchFamily="2" charset="-122"/>
              </a:rPr>
              <a:t>对各个属性的激活区域可视化，</a:t>
            </a:r>
            <a:r>
              <a:rPr lang="zh-CN" altLang="en-US" sz="1800" b="0" i="0" u="none" strike="noStrike" baseline="0" dirty="0">
                <a:solidFill>
                  <a:srgbClr val="000000"/>
                </a:solidFill>
                <a:latin typeface="宋体" panose="02010600030101010101" pitchFamily="2" charset="-122"/>
                <a:ea typeface="宋体" panose="02010600030101010101" pitchFamily="2" charset="-122"/>
              </a:rPr>
              <a:t>数字是网络生成的对应于该属性的权重。上方是待检索图片，下方是由属性融合特征检索出的第一个结果，检索正确。每个属性的激活区域基本都是落在行人区域内，可见利用属性的特征</a:t>
            </a:r>
            <a:r>
              <a:rPr lang="en-US" altLang="zh-CN" sz="1800" b="0" i="0" u="none" strike="noStrike" baseline="0" dirty="0">
                <a:solidFill>
                  <a:srgbClr val="000000"/>
                </a:solidFill>
                <a:latin typeface="宋体" panose="02010600030101010101" pitchFamily="2" charset="-122"/>
                <a:ea typeface="宋体" panose="02010600030101010101" pitchFamily="2" charset="-122"/>
              </a:rPr>
              <a:t>…</a:t>
            </a:r>
          </a:p>
          <a:p>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12</a:t>
            </a:fld>
            <a:endParaRPr lang="zh-CN" altLang="en-US"/>
          </a:p>
        </p:txBody>
      </p:sp>
    </p:spTree>
    <p:extLst>
      <p:ext uri="{BB962C8B-B14F-4D97-AF65-F5344CB8AC3E}">
        <p14:creationId xmlns:p14="http://schemas.microsoft.com/office/powerpoint/2010/main" val="808519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13</a:t>
            </a:fld>
            <a:endParaRPr lang="zh-CN" altLang="en-US"/>
          </a:p>
        </p:txBody>
      </p:sp>
    </p:spTree>
    <p:extLst>
      <p:ext uri="{BB962C8B-B14F-4D97-AF65-F5344CB8AC3E}">
        <p14:creationId xmlns:p14="http://schemas.microsoft.com/office/powerpoint/2010/main" val="40191324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b="0" i="0" u="none" strike="noStrike" baseline="0" dirty="0">
                <a:solidFill>
                  <a:srgbClr val="000000"/>
                </a:solidFill>
                <a:latin typeface="宋体" panose="02010600030101010101" pitchFamily="2" charset="-122"/>
                <a:ea typeface="宋体" panose="02010600030101010101" pitchFamily="2" charset="-122"/>
              </a:rPr>
              <a:t>1.</a:t>
            </a:r>
            <a:r>
              <a:rPr lang="zh-CN" altLang="en-US" sz="1800" b="0" i="0" u="none" strike="noStrike" baseline="0" dirty="0">
                <a:solidFill>
                  <a:srgbClr val="000000"/>
                </a:solidFill>
                <a:latin typeface="宋体" panose="02010600030101010101" pitchFamily="2" charset="-122"/>
                <a:ea typeface="宋体" panose="02010600030101010101" pitchFamily="2" charset="-122"/>
              </a:rPr>
              <a:t>将源域图像转换成目标域图像的风格，然后使用迁移后的源域图像和原始身份标签以有监督的方式训练模型，最后将训练好的模型直接应用到目标域数据；</a:t>
            </a:r>
            <a:r>
              <a:rPr lang="en-US" altLang="zh-CN" dirty="0"/>
              <a:t>2.</a:t>
            </a:r>
            <a:r>
              <a:rPr lang="zh-CN" altLang="en-US" sz="1800" b="0" i="0" u="none" strike="noStrike" baseline="0" dirty="0">
                <a:solidFill>
                  <a:srgbClr val="000000"/>
                </a:solidFill>
                <a:latin typeface="宋体" panose="02010600030101010101" pitchFamily="2" charset="-122"/>
                <a:ea typeface="宋体" panose="02010600030101010101" pitchFamily="2" charset="-122"/>
              </a:rPr>
              <a:t>通常采用两阶段的训练方案，首先在源域上使用真实标签对网络进行有监督的预训练，然后在目标域上根据聚类生成的伪标签进一步训练网络；</a:t>
            </a:r>
            <a:r>
              <a:rPr lang="en-US" altLang="zh-CN" sz="1800" b="0" i="0" u="none" strike="noStrike" baseline="0" dirty="0">
                <a:solidFill>
                  <a:srgbClr val="000000"/>
                </a:solidFill>
                <a:latin typeface="宋体" panose="02010600030101010101" pitchFamily="2" charset="-122"/>
                <a:ea typeface="宋体" panose="02010600030101010101" pitchFamily="2" charset="-122"/>
              </a:rPr>
              <a:t>3.</a:t>
            </a:r>
            <a:r>
              <a:rPr lang="zh-CN" altLang="en-US" sz="1800" b="0" i="0" u="none" strike="noStrike" baseline="0" dirty="0">
                <a:solidFill>
                  <a:srgbClr val="000000"/>
                </a:solidFill>
                <a:latin typeface="宋体" panose="02010600030101010101" pitchFamily="2" charset="-122"/>
                <a:ea typeface="宋体" panose="02010600030101010101" pitchFamily="2" charset="-122"/>
              </a:rPr>
              <a:t>第三类方法通过计算</a:t>
            </a:r>
            <a:r>
              <a:rPr lang="en-US" altLang="zh-CN" sz="1800" b="0" i="0" u="none" strike="noStrike" baseline="0" dirty="0">
                <a:solidFill>
                  <a:srgbClr val="000000"/>
                </a:solidFill>
                <a:latin typeface="宋体" panose="02010600030101010101" pitchFamily="2" charset="-122"/>
                <a:ea typeface="宋体" panose="02010600030101010101" pitchFamily="2" charset="-122"/>
              </a:rPr>
              <a:t>…</a:t>
            </a:r>
            <a:r>
              <a:rPr lang="zh-CN" altLang="en-US" sz="1800" b="0" i="0" u="none" strike="noStrike" baseline="0" dirty="0">
                <a:solidFill>
                  <a:srgbClr val="000000"/>
                </a:solidFill>
                <a:latin typeface="宋体" panose="02010600030101010101" pitchFamily="2" charset="-122"/>
                <a:ea typeface="宋体" panose="02010600030101010101" pitchFamily="2" charset="-122"/>
              </a:rPr>
              <a:t>来优化网络。</a:t>
            </a:r>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14</a:t>
            </a:fld>
            <a:endParaRPr lang="zh-CN" altLang="en-US"/>
          </a:p>
        </p:txBody>
      </p:sp>
    </p:spTree>
    <p:extLst>
      <p:ext uri="{BB962C8B-B14F-4D97-AF65-F5344CB8AC3E}">
        <p14:creationId xmlns:p14="http://schemas.microsoft.com/office/powerpoint/2010/main" val="2331086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第二个工作提出了一种基于对抗学习的领域自适应特征学习方法</a:t>
            </a:r>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15</a:t>
            </a:fld>
            <a:endParaRPr lang="zh-CN" altLang="en-US"/>
          </a:p>
        </p:txBody>
      </p:sp>
    </p:spTree>
    <p:extLst>
      <p:ext uri="{BB962C8B-B14F-4D97-AF65-F5344CB8AC3E}">
        <p14:creationId xmlns:p14="http://schemas.microsoft.com/office/powerpoint/2010/main" val="20294985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使用聚类算法对目标域特征进行聚类，根据伪标签对每个类别求得平均特征向量，作为对应的类别特征；根据类别特征计算损失，通过最小化</a:t>
            </a:r>
            <a:r>
              <a:rPr lang="en-US" altLang="zh-CN" sz="1800" b="0" i="0" u="none" strike="noStrike" baseline="0" dirty="0">
                <a:solidFill>
                  <a:srgbClr val="000000"/>
                </a:solidFill>
                <a:latin typeface="宋体" panose="02010600030101010101" pitchFamily="2" charset="-122"/>
                <a:ea typeface="宋体" panose="02010600030101010101" pitchFamily="2" charset="-122"/>
              </a:rPr>
              <a:t>Lt</a:t>
            </a:r>
            <a:r>
              <a:rPr lang="zh-CN" altLang="en-US" sz="1800" b="0" i="0" u="none" strike="noStrike" baseline="0" dirty="0">
                <a:solidFill>
                  <a:srgbClr val="000000"/>
                </a:solidFill>
                <a:latin typeface="宋体" panose="02010600030101010101" pitchFamily="2" charset="-122"/>
                <a:ea typeface="宋体" panose="02010600030101010101" pitchFamily="2" charset="-122"/>
              </a:rPr>
              <a:t>，特征提取器中的参数得到优化，使得编码的特征接近对应的类别特征，而远离其他类别。为了利用逐步优化的网络，在每次迭代训练结束后，</a:t>
            </a:r>
            <a:r>
              <a:rPr lang="en-US" altLang="zh-CN" sz="1800" b="0" i="0" u="none" strike="noStrike" baseline="0" dirty="0">
                <a:solidFill>
                  <a:srgbClr val="000000"/>
                </a:solidFill>
                <a:latin typeface="Times New Roman" panose="02020603050405020304" pitchFamily="18" charset="0"/>
                <a:ea typeface="宋体" panose="02010600030101010101" pitchFamily="2" charset="-122"/>
              </a:rPr>
              <a:t>Batch</a:t>
            </a:r>
            <a:r>
              <a:rPr lang="zh-CN" altLang="en-US" sz="1800" b="0" i="0" u="none" strike="noStrike" baseline="0" dirty="0">
                <a:solidFill>
                  <a:srgbClr val="000000"/>
                </a:solidFill>
                <a:latin typeface="宋体" panose="02010600030101010101" pitchFamily="2" charset="-122"/>
                <a:ea typeface="宋体" panose="02010600030101010101" pitchFamily="2" charset="-122"/>
              </a:rPr>
              <a:t>中的每个特征都会用于对应的类别特征的更新。对于源域的训练数据，采用与目标域相似的策略。但由于具有真实标签，而不需要聚类操作。</a:t>
            </a:r>
            <a:endParaRPr lang="en-US" altLang="zh-CN" sz="1800" b="0" i="0" u="none" strike="noStrike" baseline="0" dirty="0">
              <a:solidFill>
                <a:srgbClr val="000000"/>
              </a:solidFill>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A0AE932F-ED8D-4AE6-81FB-F3A796E51912}" type="slidenum">
              <a:rPr lang="zh-CN" altLang="en-US" smtClean="0"/>
              <a:t>16</a:t>
            </a:fld>
            <a:endParaRPr lang="zh-CN" altLang="en-US"/>
          </a:p>
        </p:txBody>
      </p:sp>
    </p:spTree>
    <p:extLst>
      <p:ext uri="{BB962C8B-B14F-4D97-AF65-F5344CB8AC3E}">
        <p14:creationId xmlns:p14="http://schemas.microsoft.com/office/powerpoint/2010/main" val="2542199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为了减小域间差异，使用对抗学习方法，在上述的框架中加入了领域判别器进行对抗训练。目的是特征提取器编码的特征能骗过领域判别器</a:t>
            </a:r>
            <a:r>
              <a:rPr lang="en-US" altLang="zh-CN" sz="1800" b="0" i="0" u="none" strike="noStrike" baseline="0" dirty="0">
                <a:solidFill>
                  <a:srgbClr val="000000"/>
                </a:solidFill>
                <a:latin typeface="宋体" panose="02010600030101010101" pitchFamily="2" charset="-122"/>
                <a:ea typeface="宋体" panose="02010600030101010101" pitchFamily="2" charset="-122"/>
              </a:rPr>
              <a:t>…</a:t>
            </a:r>
            <a:r>
              <a:rPr lang="zh-CN" altLang="en-US" sz="1800" b="0" i="0" u="none" strike="noStrike" baseline="0" dirty="0">
                <a:solidFill>
                  <a:srgbClr val="000000"/>
                </a:solidFill>
                <a:latin typeface="宋体" panose="02010600030101010101" pitchFamily="2" charset="-122"/>
                <a:ea typeface="宋体" panose="02010600030101010101" pitchFamily="2" charset="-122"/>
              </a:rPr>
              <a:t>从而达到域混淆的</a:t>
            </a:r>
            <a:r>
              <a:rPr lang="zh-CN" altLang="en-US" sz="1800" b="0" i="0" u="none" strike="noStrike" baseline="0">
                <a:solidFill>
                  <a:srgbClr val="000000"/>
                </a:solidFill>
                <a:latin typeface="宋体" panose="02010600030101010101" pitchFamily="2" charset="-122"/>
                <a:ea typeface="宋体" panose="02010600030101010101" pitchFamily="2" charset="-122"/>
              </a:rPr>
              <a:t>效果。对</a:t>
            </a:r>
            <a:r>
              <a:rPr lang="zh-CN" altLang="en-US" sz="1800" b="0" i="0" u="none" strike="noStrike" baseline="0" dirty="0">
                <a:solidFill>
                  <a:srgbClr val="000000"/>
                </a:solidFill>
                <a:latin typeface="宋体" panose="02010600030101010101" pitchFamily="2" charset="-122"/>
                <a:ea typeface="宋体" panose="02010600030101010101" pitchFamily="2" charset="-122"/>
              </a:rPr>
              <a:t>目标域、源域区分性特征的挖掘，以及领域间不变特征的学习。</a:t>
            </a:r>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17</a:t>
            </a:fld>
            <a:endParaRPr lang="zh-CN" altLang="en-US"/>
          </a:p>
        </p:txBody>
      </p:sp>
    </p:spTree>
    <p:extLst>
      <p:ext uri="{BB962C8B-B14F-4D97-AF65-F5344CB8AC3E}">
        <p14:creationId xmlns:p14="http://schemas.microsoft.com/office/powerpoint/2010/main" val="37181676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使用风格迁移从像素层面上减小域间差异，旨在学习到更好的域不变的特征表示。下面</a:t>
            </a:r>
            <a:r>
              <a:rPr lang="en-US" altLang="zh-CN" sz="1800" b="0" i="0" u="none" strike="noStrike" baseline="0" dirty="0">
                <a:solidFill>
                  <a:srgbClr val="000000"/>
                </a:solidFill>
                <a:latin typeface="Times New Roman" panose="02020603050405020304" pitchFamily="18" charset="0"/>
                <a:ea typeface="宋体" panose="02010600030101010101" pitchFamily="2" charset="-122"/>
              </a:rPr>
              <a:t>6</a:t>
            </a:r>
            <a:r>
              <a:rPr lang="zh-CN" altLang="en-US" sz="1800" b="0" i="0" u="none" strike="noStrike" baseline="0" dirty="0">
                <a:solidFill>
                  <a:srgbClr val="000000"/>
                </a:solidFill>
                <a:latin typeface="宋体" panose="02010600030101010101" pitchFamily="2" charset="-122"/>
                <a:ea typeface="宋体" panose="02010600030101010101" pitchFamily="2" charset="-122"/>
              </a:rPr>
              <a:t>种方法属于基于聚类的伪标签方法，相比风格迁移获得了更高的结果，但这类方法忽略了域间差异的存在。在考虑了以上问题后，取得了最好的识别结果。通过从训练集中去除源域数据，并根据类别特征计算损失，可以将本章方法推广到无监督行人重识别的设</a:t>
            </a:r>
            <a:r>
              <a:rPr lang="zh-CN" altLang="en-US" sz="1800" b="0" i="0" u="none" strike="noStrike" baseline="0" dirty="0">
                <a:latin typeface="Times New Roman" panose="02020603050405020304" pitchFamily="18" charset="0"/>
                <a:ea typeface="宋体" panose="02010600030101010101" pitchFamily="2" charset="-122"/>
              </a:rPr>
              <a:t>置。</a:t>
            </a:r>
            <a:r>
              <a:rPr lang="zh-CN" altLang="en-US" sz="1800" b="0" i="0" u="none" strike="noStrike" baseline="0" dirty="0">
                <a:solidFill>
                  <a:srgbClr val="000000"/>
                </a:solidFill>
                <a:latin typeface="宋体" panose="02010600030101010101" pitchFamily="2" charset="-122"/>
                <a:ea typeface="宋体" panose="02010600030101010101" pitchFamily="2" charset="-122"/>
              </a:rPr>
              <a:t>使用动态更新的类别特征进行监督，获得了更好的结果。</a:t>
            </a:r>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18</a:t>
            </a:fld>
            <a:endParaRPr lang="zh-CN" altLang="en-US"/>
          </a:p>
        </p:txBody>
      </p:sp>
    </p:spTree>
    <p:extLst>
      <p:ext uri="{BB962C8B-B14F-4D97-AF65-F5344CB8AC3E}">
        <p14:creationId xmlns:p14="http://schemas.microsoft.com/office/powerpoint/2010/main" val="24317306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为了验证类别特征和对抗学习的有效性，在</a:t>
            </a:r>
            <a:r>
              <a:rPr lang="en-US" altLang="zh-CN" sz="1800" b="0" i="0" u="none" strike="noStrike" baseline="0" dirty="0">
                <a:solidFill>
                  <a:srgbClr val="000000"/>
                </a:solidFill>
                <a:latin typeface="Times New Roman" panose="02020603050405020304" pitchFamily="18" charset="0"/>
                <a:ea typeface="宋体" panose="02010600030101010101" pitchFamily="2" charset="-122"/>
              </a:rPr>
              <a:t>Duke</a:t>
            </a:r>
            <a:r>
              <a:rPr lang="zh-CN" altLang="en-US" sz="1800" b="0" i="0" u="none" strike="noStrike" baseline="0" dirty="0">
                <a:solidFill>
                  <a:srgbClr val="000000"/>
                </a:solidFill>
                <a:latin typeface="宋体" panose="02010600030101010101" pitchFamily="2" charset="-122"/>
                <a:ea typeface="宋体" panose="02010600030101010101" pitchFamily="2" charset="-122"/>
              </a:rPr>
              <a:t>数据集上进行了消融实验。其他方法使用可学习的分类器训练，本章使用非参数的类别特征。说明对抗学习方法通过消除领域信息，提高了模型的泛化能力。</a:t>
            </a:r>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19</a:t>
            </a:fld>
            <a:endParaRPr lang="zh-CN" altLang="en-US"/>
          </a:p>
        </p:txBody>
      </p:sp>
    </p:spTree>
    <p:extLst>
      <p:ext uri="{BB962C8B-B14F-4D97-AF65-F5344CB8AC3E}">
        <p14:creationId xmlns:p14="http://schemas.microsoft.com/office/powerpoint/2010/main" val="37926067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为了进一步了解加入对抗学习方法后学习到的特征的判别能力，分别是不使用和使用对抗学习方法得到的特征可视化结果，图中不同的颜色表示不同的行人。获得了更好的域间泛化能力</a:t>
            </a:r>
            <a:endParaRPr lang="en-US" altLang="zh-CN" sz="1800" b="0" i="0" u="none" strike="noStrike" baseline="0" dirty="0">
              <a:solidFill>
                <a:srgbClr val="000000"/>
              </a:solidFill>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A0AE932F-ED8D-4AE6-81FB-F3A796E51912}" type="slidenum">
              <a:rPr lang="zh-CN" altLang="en-US" smtClean="0"/>
              <a:t>20</a:t>
            </a:fld>
            <a:endParaRPr lang="zh-CN" altLang="en-US"/>
          </a:p>
        </p:txBody>
      </p:sp>
    </p:spTree>
    <p:extLst>
      <p:ext uri="{BB962C8B-B14F-4D97-AF65-F5344CB8AC3E}">
        <p14:creationId xmlns:p14="http://schemas.microsoft.com/office/powerpoint/2010/main" val="2013772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为了定性评估所提方法的</a:t>
            </a:r>
            <a:r>
              <a:rPr lang="zh-CN" altLang="en-US" sz="1800" b="0" i="0" u="none" strike="noStrike" baseline="0">
                <a:solidFill>
                  <a:srgbClr val="000000"/>
                </a:solidFill>
                <a:latin typeface="宋体" panose="02010600030101010101" pitchFamily="2" charset="-122"/>
                <a:ea typeface="宋体" panose="02010600030101010101" pitchFamily="2" charset="-122"/>
              </a:rPr>
              <a:t>性能，对</a:t>
            </a:r>
            <a:r>
              <a:rPr lang="zh-CN" altLang="en-US" sz="1800" b="0" i="0" u="none" strike="noStrike" baseline="0" dirty="0">
                <a:solidFill>
                  <a:srgbClr val="000000"/>
                </a:solidFill>
                <a:latin typeface="宋体" panose="02010600030101010101" pitchFamily="2" charset="-122"/>
                <a:ea typeface="宋体" panose="02010600030101010101" pitchFamily="2" charset="-122"/>
              </a:rPr>
              <a:t>目标域上的部分检索结果进行了可视化。</a:t>
            </a:r>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21</a:t>
            </a:fld>
            <a:endParaRPr lang="zh-CN" altLang="en-US"/>
          </a:p>
        </p:txBody>
      </p:sp>
    </p:spTree>
    <p:extLst>
      <p:ext uri="{BB962C8B-B14F-4D97-AF65-F5344CB8AC3E}">
        <p14:creationId xmlns:p14="http://schemas.microsoft.com/office/powerpoint/2010/main" val="31637319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22</a:t>
            </a:fld>
            <a:endParaRPr lang="zh-CN" altLang="en-US"/>
          </a:p>
        </p:txBody>
      </p:sp>
    </p:spTree>
    <p:extLst>
      <p:ext uri="{BB962C8B-B14F-4D97-AF65-F5344CB8AC3E}">
        <p14:creationId xmlns:p14="http://schemas.microsoft.com/office/powerpoint/2010/main" val="41349907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后续工作将进一步研究如何更好地利用属性</a:t>
            </a:r>
            <a:r>
              <a:rPr lang="zh-CN" altLang="en-US" sz="1800" b="0" i="0" u="none" strike="noStrike" baseline="0">
                <a:solidFill>
                  <a:srgbClr val="000000"/>
                </a:solidFill>
                <a:latin typeface="宋体" panose="02010600030101010101" pitchFamily="2" charset="-122"/>
                <a:ea typeface="宋体" panose="02010600030101010101" pitchFamily="2" charset="-122"/>
              </a:rPr>
              <a:t>标签。提高</a:t>
            </a:r>
            <a:r>
              <a:rPr lang="zh-CN" altLang="en-US" sz="1800" b="0" i="0" u="none" strike="noStrike" baseline="0" dirty="0">
                <a:solidFill>
                  <a:srgbClr val="000000"/>
                </a:solidFill>
                <a:latin typeface="宋体" panose="02010600030101010101" pitchFamily="2" charset="-122"/>
                <a:ea typeface="宋体" panose="02010600030101010101" pitchFamily="2" charset="-122"/>
              </a:rPr>
              <a:t>聚类结果的可靠性。</a:t>
            </a:r>
            <a:endParaRPr lang="zh-CN" altLang="en-US" dirty="0"/>
          </a:p>
        </p:txBody>
      </p:sp>
      <p:sp>
        <p:nvSpPr>
          <p:cNvPr id="4" name="灯片编号占位符 3"/>
          <p:cNvSpPr>
            <a:spLocks noGrp="1"/>
          </p:cNvSpPr>
          <p:nvPr>
            <p:ph type="sldNum" sz="quarter" idx="5"/>
          </p:nvPr>
        </p:nvSpPr>
        <p:spPr/>
        <p:txBody>
          <a:bodyPr/>
          <a:lstStyle/>
          <a:p>
            <a:fld id="{A0AE932F-ED8D-4AE6-81FB-F3A796E51912}" type="slidenum">
              <a:rPr lang="zh-CN" altLang="en-US" smtClean="0"/>
              <a:t>23</a:t>
            </a:fld>
            <a:endParaRPr lang="zh-CN" altLang="en-US"/>
          </a:p>
        </p:txBody>
      </p:sp>
    </p:spTree>
    <p:extLst>
      <p:ext uri="{BB962C8B-B14F-4D97-AF65-F5344CB8AC3E}">
        <p14:creationId xmlns:p14="http://schemas.microsoft.com/office/powerpoint/2010/main" val="621710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5F4D6B-7A9B-4DAD-8767-BB295EA4CED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341F7AC-840A-4B84-93DF-953C5E4508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75C703C-A85C-4959-B173-BA2C50173425}"/>
              </a:ext>
            </a:extLst>
          </p:cNvPr>
          <p:cNvSpPr>
            <a:spLocks noGrp="1"/>
          </p:cNvSpPr>
          <p:nvPr>
            <p:ph type="dt" sz="half" idx="10"/>
          </p:nvPr>
        </p:nvSpPr>
        <p:spPr/>
        <p:txBody>
          <a:bodyPr/>
          <a:lstStyle/>
          <a:p>
            <a:fld id="{FC01F19B-8327-40C4-9DEC-BB036843E107}" type="datetimeFigureOut">
              <a:rPr lang="zh-CN" altLang="en-US" smtClean="0"/>
              <a:t>2021/5/30</a:t>
            </a:fld>
            <a:endParaRPr lang="zh-CN" altLang="en-US"/>
          </a:p>
        </p:txBody>
      </p:sp>
      <p:sp>
        <p:nvSpPr>
          <p:cNvPr id="5" name="页脚占位符 4">
            <a:extLst>
              <a:ext uri="{FF2B5EF4-FFF2-40B4-BE49-F238E27FC236}">
                <a16:creationId xmlns:a16="http://schemas.microsoft.com/office/drawing/2014/main" id="{31BBABB9-2E7F-4819-A661-0B67903EA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F64C982-FBB8-4DBA-82D7-B2C8AAEE6A48}"/>
              </a:ext>
            </a:extLst>
          </p:cNvPr>
          <p:cNvSpPr>
            <a:spLocks noGrp="1"/>
          </p:cNvSpPr>
          <p:nvPr>
            <p:ph type="sldNum" sz="quarter" idx="12"/>
          </p:nvPr>
        </p:nvSpPr>
        <p:spPr/>
        <p:txBody>
          <a:bodyPr/>
          <a:lstStyle/>
          <a:p>
            <a:fld id="{EF6C302A-F79B-404D-A807-41AC6D710C43}" type="slidenum">
              <a:rPr lang="zh-CN" altLang="en-US" smtClean="0"/>
              <a:t>‹#›</a:t>
            </a:fld>
            <a:endParaRPr lang="zh-CN" altLang="en-US"/>
          </a:p>
        </p:txBody>
      </p:sp>
    </p:spTree>
    <p:extLst>
      <p:ext uri="{BB962C8B-B14F-4D97-AF65-F5344CB8AC3E}">
        <p14:creationId xmlns:p14="http://schemas.microsoft.com/office/powerpoint/2010/main" val="2542847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962ECD-210C-4602-B21B-B29F50BF6AA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0AB96FC-0AA8-4BEE-880F-1CAEC0336A7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9C5BA95-1D3C-48D5-BD5A-09B24B0ED81D}"/>
              </a:ext>
            </a:extLst>
          </p:cNvPr>
          <p:cNvSpPr>
            <a:spLocks noGrp="1"/>
          </p:cNvSpPr>
          <p:nvPr>
            <p:ph type="dt" sz="half" idx="10"/>
          </p:nvPr>
        </p:nvSpPr>
        <p:spPr/>
        <p:txBody>
          <a:bodyPr/>
          <a:lstStyle/>
          <a:p>
            <a:fld id="{FC01F19B-8327-40C4-9DEC-BB036843E107}" type="datetimeFigureOut">
              <a:rPr lang="zh-CN" altLang="en-US" smtClean="0"/>
              <a:t>2021/5/30</a:t>
            </a:fld>
            <a:endParaRPr lang="zh-CN" altLang="en-US"/>
          </a:p>
        </p:txBody>
      </p:sp>
      <p:sp>
        <p:nvSpPr>
          <p:cNvPr id="5" name="页脚占位符 4">
            <a:extLst>
              <a:ext uri="{FF2B5EF4-FFF2-40B4-BE49-F238E27FC236}">
                <a16:creationId xmlns:a16="http://schemas.microsoft.com/office/drawing/2014/main" id="{A269AF19-E2A5-4DB7-A49F-896927E0EE3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B348977-A2E1-4C40-8041-C0DD5669CE0D}"/>
              </a:ext>
            </a:extLst>
          </p:cNvPr>
          <p:cNvSpPr>
            <a:spLocks noGrp="1"/>
          </p:cNvSpPr>
          <p:nvPr>
            <p:ph type="sldNum" sz="quarter" idx="12"/>
          </p:nvPr>
        </p:nvSpPr>
        <p:spPr/>
        <p:txBody>
          <a:bodyPr/>
          <a:lstStyle/>
          <a:p>
            <a:fld id="{EF6C302A-F79B-404D-A807-41AC6D710C43}" type="slidenum">
              <a:rPr lang="zh-CN" altLang="en-US" smtClean="0"/>
              <a:t>‹#›</a:t>
            </a:fld>
            <a:endParaRPr lang="zh-CN" altLang="en-US"/>
          </a:p>
        </p:txBody>
      </p:sp>
    </p:spTree>
    <p:extLst>
      <p:ext uri="{BB962C8B-B14F-4D97-AF65-F5344CB8AC3E}">
        <p14:creationId xmlns:p14="http://schemas.microsoft.com/office/powerpoint/2010/main" val="1596764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1DE4B2-5A6A-4DFB-A9EF-5B964C7F212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8E49C44-A0AB-402A-AA19-4CF8978D6F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A063FB3-D22B-462F-8B45-0D7C8AF8404A}"/>
              </a:ext>
            </a:extLst>
          </p:cNvPr>
          <p:cNvSpPr>
            <a:spLocks noGrp="1"/>
          </p:cNvSpPr>
          <p:nvPr>
            <p:ph type="dt" sz="half" idx="10"/>
          </p:nvPr>
        </p:nvSpPr>
        <p:spPr/>
        <p:txBody>
          <a:bodyPr/>
          <a:lstStyle/>
          <a:p>
            <a:fld id="{FC01F19B-8327-40C4-9DEC-BB036843E107}" type="datetimeFigureOut">
              <a:rPr lang="zh-CN" altLang="en-US" smtClean="0"/>
              <a:t>2021/5/30</a:t>
            </a:fld>
            <a:endParaRPr lang="zh-CN" altLang="en-US"/>
          </a:p>
        </p:txBody>
      </p:sp>
      <p:sp>
        <p:nvSpPr>
          <p:cNvPr id="5" name="页脚占位符 4">
            <a:extLst>
              <a:ext uri="{FF2B5EF4-FFF2-40B4-BE49-F238E27FC236}">
                <a16:creationId xmlns:a16="http://schemas.microsoft.com/office/drawing/2014/main" id="{3823D8E1-27BC-4A34-8B53-AB1A20C38E8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80EAAA-6A8A-4461-B350-E838E157B22D}"/>
              </a:ext>
            </a:extLst>
          </p:cNvPr>
          <p:cNvSpPr>
            <a:spLocks noGrp="1"/>
          </p:cNvSpPr>
          <p:nvPr>
            <p:ph type="sldNum" sz="quarter" idx="12"/>
          </p:nvPr>
        </p:nvSpPr>
        <p:spPr/>
        <p:txBody>
          <a:bodyPr/>
          <a:lstStyle/>
          <a:p>
            <a:fld id="{EF6C302A-F79B-404D-A807-41AC6D710C43}" type="slidenum">
              <a:rPr lang="zh-CN" altLang="en-US" smtClean="0"/>
              <a:t>‹#›</a:t>
            </a:fld>
            <a:endParaRPr lang="zh-CN" altLang="en-US"/>
          </a:p>
        </p:txBody>
      </p:sp>
    </p:spTree>
    <p:extLst>
      <p:ext uri="{BB962C8B-B14F-4D97-AF65-F5344CB8AC3E}">
        <p14:creationId xmlns:p14="http://schemas.microsoft.com/office/powerpoint/2010/main" val="61105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940799-F690-438C-A73A-23CAE87FA58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EAD206E-2A9A-43B2-8CAC-EC8E8D7F1FC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F94939D-5F42-402A-A1FF-7A6809E3043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B65F833-AC52-4858-AE56-FC4B707DED2B}"/>
              </a:ext>
            </a:extLst>
          </p:cNvPr>
          <p:cNvSpPr>
            <a:spLocks noGrp="1"/>
          </p:cNvSpPr>
          <p:nvPr>
            <p:ph type="dt" sz="half" idx="10"/>
          </p:nvPr>
        </p:nvSpPr>
        <p:spPr/>
        <p:txBody>
          <a:bodyPr/>
          <a:lstStyle/>
          <a:p>
            <a:fld id="{FC01F19B-8327-40C4-9DEC-BB036843E107}" type="datetimeFigureOut">
              <a:rPr lang="zh-CN" altLang="en-US" smtClean="0"/>
              <a:t>2021/5/30</a:t>
            </a:fld>
            <a:endParaRPr lang="zh-CN" altLang="en-US"/>
          </a:p>
        </p:txBody>
      </p:sp>
      <p:sp>
        <p:nvSpPr>
          <p:cNvPr id="6" name="页脚占位符 5">
            <a:extLst>
              <a:ext uri="{FF2B5EF4-FFF2-40B4-BE49-F238E27FC236}">
                <a16:creationId xmlns:a16="http://schemas.microsoft.com/office/drawing/2014/main" id="{B229397B-BB04-4508-ACC3-5A9E217D7F6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EB92A13-64BF-4B67-97BC-3014F279840B}"/>
              </a:ext>
            </a:extLst>
          </p:cNvPr>
          <p:cNvSpPr>
            <a:spLocks noGrp="1"/>
          </p:cNvSpPr>
          <p:nvPr>
            <p:ph type="sldNum" sz="quarter" idx="12"/>
          </p:nvPr>
        </p:nvSpPr>
        <p:spPr/>
        <p:txBody>
          <a:bodyPr/>
          <a:lstStyle/>
          <a:p>
            <a:fld id="{EF6C302A-F79B-404D-A807-41AC6D710C43}" type="slidenum">
              <a:rPr lang="zh-CN" altLang="en-US" smtClean="0"/>
              <a:t>‹#›</a:t>
            </a:fld>
            <a:endParaRPr lang="zh-CN" altLang="en-US"/>
          </a:p>
        </p:txBody>
      </p:sp>
    </p:spTree>
    <p:extLst>
      <p:ext uri="{BB962C8B-B14F-4D97-AF65-F5344CB8AC3E}">
        <p14:creationId xmlns:p14="http://schemas.microsoft.com/office/powerpoint/2010/main" val="41932237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B7D5A0-740B-4D3E-8CF5-6D280DE7FF3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5F28354-9BED-4F38-B53B-9043AE3AC2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67B8050-D759-4659-8211-47D01857260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621B760-794F-4D6F-B127-9286601882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25BF52A-7A63-424B-8D01-F2DD2BCD475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B34B3B5-CE19-4202-A714-337BA9F43156}"/>
              </a:ext>
            </a:extLst>
          </p:cNvPr>
          <p:cNvSpPr>
            <a:spLocks noGrp="1"/>
          </p:cNvSpPr>
          <p:nvPr>
            <p:ph type="dt" sz="half" idx="10"/>
          </p:nvPr>
        </p:nvSpPr>
        <p:spPr/>
        <p:txBody>
          <a:bodyPr/>
          <a:lstStyle/>
          <a:p>
            <a:fld id="{FC01F19B-8327-40C4-9DEC-BB036843E107}" type="datetimeFigureOut">
              <a:rPr lang="zh-CN" altLang="en-US" smtClean="0"/>
              <a:t>2021/5/30</a:t>
            </a:fld>
            <a:endParaRPr lang="zh-CN" altLang="en-US"/>
          </a:p>
        </p:txBody>
      </p:sp>
      <p:sp>
        <p:nvSpPr>
          <p:cNvPr id="8" name="页脚占位符 7">
            <a:extLst>
              <a:ext uri="{FF2B5EF4-FFF2-40B4-BE49-F238E27FC236}">
                <a16:creationId xmlns:a16="http://schemas.microsoft.com/office/drawing/2014/main" id="{0C83C596-12C2-4F95-BF7C-C7B86058E01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0557C3B-64FB-4291-A566-811DD69D56CA}"/>
              </a:ext>
            </a:extLst>
          </p:cNvPr>
          <p:cNvSpPr>
            <a:spLocks noGrp="1"/>
          </p:cNvSpPr>
          <p:nvPr>
            <p:ph type="sldNum" sz="quarter" idx="12"/>
          </p:nvPr>
        </p:nvSpPr>
        <p:spPr/>
        <p:txBody>
          <a:bodyPr/>
          <a:lstStyle/>
          <a:p>
            <a:fld id="{EF6C302A-F79B-404D-A807-41AC6D710C43}" type="slidenum">
              <a:rPr lang="zh-CN" altLang="en-US" smtClean="0"/>
              <a:t>‹#›</a:t>
            </a:fld>
            <a:endParaRPr lang="zh-CN" altLang="en-US"/>
          </a:p>
        </p:txBody>
      </p:sp>
    </p:spTree>
    <p:extLst>
      <p:ext uri="{BB962C8B-B14F-4D97-AF65-F5344CB8AC3E}">
        <p14:creationId xmlns:p14="http://schemas.microsoft.com/office/powerpoint/2010/main" val="1904077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719114-A618-48A6-B371-6177F1C4E38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546B4F6-8990-4CE5-8A3C-363497466821}"/>
              </a:ext>
            </a:extLst>
          </p:cNvPr>
          <p:cNvSpPr>
            <a:spLocks noGrp="1"/>
          </p:cNvSpPr>
          <p:nvPr>
            <p:ph type="dt" sz="half" idx="10"/>
          </p:nvPr>
        </p:nvSpPr>
        <p:spPr/>
        <p:txBody>
          <a:bodyPr/>
          <a:lstStyle/>
          <a:p>
            <a:fld id="{FC01F19B-8327-40C4-9DEC-BB036843E107}" type="datetimeFigureOut">
              <a:rPr lang="zh-CN" altLang="en-US" smtClean="0"/>
              <a:t>2021/5/30</a:t>
            </a:fld>
            <a:endParaRPr lang="zh-CN" altLang="en-US"/>
          </a:p>
        </p:txBody>
      </p:sp>
      <p:sp>
        <p:nvSpPr>
          <p:cNvPr id="4" name="页脚占位符 3">
            <a:extLst>
              <a:ext uri="{FF2B5EF4-FFF2-40B4-BE49-F238E27FC236}">
                <a16:creationId xmlns:a16="http://schemas.microsoft.com/office/drawing/2014/main" id="{23DA155E-96FD-4599-B9FB-970E572272B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7F927A2-3631-4801-A109-3F255F1628BA}"/>
              </a:ext>
            </a:extLst>
          </p:cNvPr>
          <p:cNvSpPr>
            <a:spLocks noGrp="1"/>
          </p:cNvSpPr>
          <p:nvPr>
            <p:ph type="sldNum" sz="quarter" idx="12"/>
          </p:nvPr>
        </p:nvSpPr>
        <p:spPr/>
        <p:txBody>
          <a:bodyPr/>
          <a:lstStyle/>
          <a:p>
            <a:fld id="{EF6C302A-F79B-404D-A807-41AC6D710C43}" type="slidenum">
              <a:rPr lang="zh-CN" altLang="en-US" smtClean="0"/>
              <a:t>‹#›</a:t>
            </a:fld>
            <a:endParaRPr lang="zh-CN" altLang="en-US"/>
          </a:p>
        </p:txBody>
      </p:sp>
    </p:spTree>
    <p:extLst>
      <p:ext uri="{BB962C8B-B14F-4D97-AF65-F5344CB8AC3E}">
        <p14:creationId xmlns:p14="http://schemas.microsoft.com/office/powerpoint/2010/main" val="2035642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19E1F59-72DA-43BA-9C36-47B8208042E8}"/>
              </a:ext>
            </a:extLst>
          </p:cNvPr>
          <p:cNvSpPr>
            <a:spLocks noGrp="1"/>
          </p:cNvSpPr>
          <p:nvPr>
            <p:ph type="dt" sz="half" idx="10"/>
          </p:nvPr>
        </p:nvSpPr>
        <p:spPr/>
        <p:txBody>
          <a:bodyPr/>
          <a:lstStyle/>
          <a:p>
            <a:fld id="{FC01F19B-8327-40C4-9DEC-BB036843E107}" type="datetimeFigureOut">
              <a:rPr lang="zh-CN" altLang="en-US" smtClean="0"/>
              <a:t>2021/5/30</a:t>
            </a:fld>
            <a:endParaRPr lang="zh-CN" altLang="en-US"/>
          </a:p>
        </p:txBody>
      </p:sp>
      <p:sp>
        <p:nvSpPr>
          <p:cNvPr id="3" name="页脚占位符 2">
            <a:extLst>
              <a:ext uri="{FF2B5EF4-FFF2-40B4-BE49-F238E27FC236}">
                <a16:creationId xmlns:a16="http://schemas.microsoft.com/office/drawing/2014/main" id="{8F8EDD0B-A6D5-4C27-9113-E9B790F65B9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DEEF1AF-AD2B-4A0A-8AB6-ED12D2365FF0}"/>
              </a:ext>
            </a:extLst>
          </p:cNvPr>
          <p:cNvSpPr>
            <a:spLocks noGrp="1"/>
          </p:cNvSpPr>
          <p:nvPr>
            <p:ph type="sldNum" sz="quarter" idx="12"/>
          </p:nvPr>
        </p:nvSpPr>
        <p:spPr/>
        <p:txBody>
          <a:bodyPr/>
          <a:lstStyle/>
          <a:p>
            <a:fld id="{EF6C302A-F79B-404D-A807-41AC6D710C43}" type="slidenum">
              <a:rPr lang="zh-CN" altLang="en-US" smtClean="0"/>
              <a:t>‹#›</a:t>
            </a:fld>
            <a:endParaRPr lang="zh-CN" altLang="en-US"/>
          </a:p>
        </p:txBody>
      </p:sp>
    </p:spTree>
    <p:extLst>
      <p:ext uri="{BB962C8B-B14F-4D97-AF65-F5344CB8AC3E}">
        <p14:creationId xmlns:p14="http://schemas.microsoft.com/office/powerpoint/2010/main" val="1306263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223E39-297B-4043-9FA4-CFD6732F08E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5B94A69-8A7D-4C6B-934F-108988D8AE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F19A9B0-964F-450D-BEEC-9D8C9484C2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B4CBA5B-9A3A-443B-9CE6-A1D2A31CDF50}"/>
              </a:ext>
            </a:extLst>
          </p:cNvPr>
          <p:cNvSpPr>
            <a:spLocks noGrp="1"/>
          </p:cNvSpPr>
          <p:nvPr>
            <p:ph type="dt" sz="half" idx="10"/>
          </p:nvPr>
        </p:nvSpPr>
        <p:spPr/>
        <p:txBody>
          <a:bodyPr/>
          <a:lstStyle/>
          <a:p>
            <a:fld id="{FC01F19B-8327-40C4-9DEC-BB036843E107}" type="datetimeFigureOut">
              <a:rPr lang="zh-CN" altLang="en-US" smtClean="0"/>
              <a:t>2021/5/30</a:t>
            </a:fld>
            <a:endParaRPr lang="zh-CN" altLang="en-US"/>
          </a:p>
        </p:txBody>
      </p:sp>
      <p:sp>
        <p:nvSpPr>
          <p:cNvPr id="6" name="页脚占位符 5">
            <a:extLst>
              <a:ext uri="{FF2B5EF4-FFF2-40B4-BE49-F238E27FC236}">
                <a16:creationId xmlns:a16="http://schemas.microsoft.com/office/drawing/2014/main" id="{A8B465D7-9890-4FF6-97EF-75FD3D7106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2C56D6C-F8A5-41FF-A4DD-425CFC89D226}"/>
              </a:ext>
            </a:extLst>
          </p:cNvPr>
          <p:cNvSpPr>
            <a:spLocks noGrp="1"/>
          </p:cNvSpPr>
          <p:nvPr>
            <p:ph type="sldNum" sz="quarter" idx="12"/>
          </p:nvPr>
        </p:nvSpPr>
        <p:spPr/>
        <p:txBody>
          <a:bodyPr/>
          <a:lstStyle/>
          <a:p>
            <a:fld id="{EF6C302A-F79B-404D-A807-41AC6D710C43}" type="slidenum">
              <a:rPr lang="zh-CN" altLang="en-US" smtClean="0"/>
              <a:t>‹#›</a:t>
            </a:fld>
            <a:endParaRPr lang="zh-CN" altLang="en-US"/>
          </a:p>
        </p:txBody>
      </p:sp>
    </p:spTree>
    <p:extLst>
      <p:ext uri="{BB962C8B-B14F-4D97-AF65-F5344CB8AC3E}">
        <p14:creationId xmlns:p14="http://schemas.microsoft.com/office/powerpoint/2010/main" val="3376811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489F62-C82C-44E5-931A-AE2A27D8046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43A3295-FCCC-4077-98CC-084EF33C4F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79D6305-E0A9-406B-BDFC-BD84725E6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EDC0061-EC51-4678-BC03-CB868FD840D3}"/>
              </a:ext>
            </a:extLst>
          </p:cNvPr>
          <p:cNvSpPr>
            <a:spLocks noGrp="1"/>
          </p:cNvSpPr>
          <p:nvPr>
            <p:ph type="dt" sz="half" idx="10"/>
          </p:nvPr>
        </p:nvSpPr>
        <p:spPr/>
        <p:txBody>
          <a:bodyPr/>
          <a:lstStyle/>
          <a:p>
            <a:fld id="{FC01F19B-8327-40C4-9DEC-BB036843E107}" type="datetimeFigureOut">
              <a:rPr lang="zh-CN" altLang="en-US" smtClean="0"/>
              <a:t>2021/5/30</a:t>
            </a:fld>
            <a:endParaRPr lang="zh-CN" altLang="en-US"/>
          </a:p>
        </p:txBody>
      </p:sp>
      <p:sp>
        <p:nvSpPr>
          <p:cNvPr id="6" name="页脚占位符 5">
            <a:extLst>
              <a:ext uri="{FF2B5EF4-FFF2-40B4-BE49-F238E27FC236}">
                <a16:creationId xmlns:a16="http://schemas.microsoft.com/office/drawing/2014/main" id="{33BF6DF2-9C03-46C9-B36E-BD79479FAA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7DA586-B913-402A-AAA6-8DE010E3BAB5}"/>
              </a:ext>
            </a:extLst>
          </p:cNvPr>
          <p:cNvSpPr>
            <a:spLocks noGrp="1"/>
          </p:cNvSpPr>
          <p:nvPr>
            <p:ph type="sldNum" sz="quarter" idx="12"/>
          </p:nvPr>
        </p:nvSpPr>
        <p:spPr/>
        <p:txBody>
          <a:bodyPr/>
          <a:lstStyle/>
          <a:p>
            <a:fld id="{EF6C302A-F79B-404D-A807-41AC6D710C43}" type="slidenum">
              <a:rPr lang="zh-CN" altLang="en-US" smtClean="0"/>
              <a:t>‹#›</a:t>
            </a:fld>
            <a:endParaRPr lang="zh-CN" altLang="en-US"/>
          </a:p>
        </p:txBody>
      </p:sp>
    </p:spTree>
    <p:extLst>
      <p:ext uri="{BB962C8B-B14F-4D97-AF65-F5344CB8AC3E}">
        <p14:creationId xmlns:p14="http://schemas.microsoft.com/office/powerpoint/2010/main" val="1586022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C82DD2-F6CA-4E28-9212-6CAA8DA2700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CDC0EB7D-42D7-4967-8128-1B74ADDA8A5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AD8B4-FA8D-4AFE-89E6-B65FC89AC768}"/>
              </a:ext>
            </a:extLst>
          </p:cNvPr>
          <p:cNvSpPr>
            <a:spLocks noGrp="1"/>
          </p:cNvSpPr>
          <p:nvPr>
            <p:ph type="dt" sz="half" idx="10"/>
          </p:nvPr>
        </p:nvSpPr>
        <p:spPr/>
        <p:txBody>
          <a:bodyPr/>
          <a:lstStyle/>
          <a:p>
            <a:fld id="{FC01F19B-8327-40C4-9DEC-BB036843E107}" type="datetimeFigureOut">
              <a:rPr lang="zh-CN" altLang="en-US" smtClean="0"/>
              <a:t>2021/5/30</a:t>
            </a:fld>
            <a:endParaRPr lang="zh-CN" altLang="en-US"/>
          </a:p>
        </p:txBody>
      </p:sp>
      <p:sp>
        <p:nvSpPr>
          <p:cNvPr id="5" name="页脚占位符 4">
            <a:extLst>
              <a:ext uri="{FF2B5EF4-FFF2-40B4-BE49-F238E27FC236}">
                <a16:creationId xmlns:a16="http://schemas.microsoft.com/office/drawing/2014/main" id="{FA00D279-E85F-45B0-B111-A8478CE1BEA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630CA1-B72A-4704-A3C1-9FD471489E27}"/>
              </a:ext>
            </a:extLst>
          </p:cNvPr>
          <p:cNvSpPr>
            <a:spLocks noGrp="1"/>
          </p:cNvSpPr>
          <p:nvPr>
            <p:ph type="sldNum" sz="quarter" idx="12"/>
          </p:nvPr>
        </p:nvSpPr>
        <p:spPr/>
        <p:txBody>
          <a:bodyPr/>
          <a:lstStyle/>
          <a:p>
            <a:fld id="{EF6C302A-F79B-404D-A807-41AC6D710C43}" type="slidenum">
              <a:rPr lang="zh-CN" altLang="en-US" smtClean="0"/>
              <a:t>‹#›</a:t>
            </a:fld>
            <a:endParaRPr lang="zh-CN" altLang="en-US"/>
          </a:p>
        </p:txBody>
      </p:sp>
    </p:spTree>
    <p:extLst>
      <p:ext uri="{BB962C8B-B14F-4D97-AF65-F5344CB8AC3E}">
        <p14:creationId xmlns:p14="http://schemas.microsoft.com/office/powerpoint/2010/main" val="3447557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1B8057F-78E5-48A7-A6F7-0A5194F5F20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44DC86B2-FEC5-4111-A043-767D9EBDB3EF}"/>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D48D0DD-29CF-415E-B138-05330F016F69}"/>
              </a:ext>
            </a:extLst>
          </p:cNvPr>
          <p:cNvSpPr>
            <a:spLocks noGrp="1"/>
          </p:cNvSpPr>
          <p:nvPr>
            <p:ph type="dt" sz="half" idx="10"/>
          </p:nvPr>
        </p:nvSpPr>
        <p:spPr/>
        <p:txBody>
          <a:bodyPr/>
          <a:lstStyle/>
          <a:p>
            <a:fld id="{FC01F19B-8327-40C4-9DEC-BB036843E107}" type="datetimeFigureOut">
              <a:rPr lang="zh-CN" altLang="en-US" smtClean="0"/>
              <a:t>2021/5/30</a:t>
            </a:fld>
            <a:endParaRPr lang="zh-CN" altLang="en-US"/>
          </a:p>
        </p:txBody>
      </p:sp>
      <p:sp>
        <p:nvSpPr>
          <p:cNvPr id="5" name="页脚占位符 4">
            <a:extLst>
              <a:ext uri="{FF2B5EF4-FFF2-40B4-BE49-F238E27FC236}">
                <a16:creationId xmlns:a16="http://schemas.microsoft.com/office/drawing/2014/main" id="{07D7B116-C3AF-46C9-A92C-91A79A43742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D768EA-D25E-4377-B83C-A17FF301E5AF}"/>
              </a:ext>
            </a:extLst>
          </p:cNvPr>
          <p:cNvSpPr>
            <a:spLocks noGrp="1"/>
          </p:cNvSpPr>
          <p:nvPr>
            <p:ph type="sldNum" sz="quarter" idx="12"/>
          </p:nvPr>
        </p:nvSpPr>
        <p:spPr/>
        <p:txBody>
          <a:bodyPr/>
          <a:lstStyle/>
          <a:p>
            <a:fld id="{EF6C302A-F79B-404D-A807-41AC6D710C43}" type="slidenum">
              <a:rPr lang="zh-CN" altLang="en-US" smtClean="0"/>
              <a:t>‹#›</a:t>
            </a:fld>
            <a:endParaRPr lang="zh-CN" altLang="en-US"/>
          </a:p>
        </p:txBody>
      </p:sp>
    </p:spTree>
    <p:extLst>
      <p:ext uri="{BB962C8B-B14F-4D97-AF65-F5344CB8AC3E}">
        <p14:creationId xmlns:p14="http://schemas.microsoft.com/office/powerpoint/2010/main" val="1841276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C6DC5E2-985B-4C89-BFF6-4E3FBFB28C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6BB144D-3608-4A91-A693-284635B843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5952A0-54B3-46A4-B08C-A3CEC3D0D45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01F19B-8327-40C4-9DEC-BB036843E107}" type="datetimeFigureOut">
              <a:rPr lang="zh-CN" altLang="en-US" smtClean="0"/>
              <a:t>2021/5/30</a:t>
            </a:fld>
            <a:endParaRPr lang="zh-CN" altLang="en-US"/>
          </a:p>
        </p:txBody>
      </p:sp>
      <p:sp>
        <p:nvSpPr>
          <p:cNvPr id="5" name="页脚占位符 4">
            <a:extLst>
              <a:ext uri="{FF2B5EF4-FFF2-40B4-BE49-F238E27FC236}">
                <a16:creationId xmlns:a16="http://schemas.microsoft.com/office/drawing/2014/main" id="{9DB13661-B3C9-4070-8B5F-2F815FBD27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758D69-9096-42C9-B346-31812D5580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6C302A-F79B-404D-A807-41AC6D710C43}" type="slidenum">
              <a:rPr lang="zh-CN" altLang="en-US" smtClean="0"/>
              <a:t>‹#›</a:t>
            </a:fld>
            <a:endParaRPr lang="zh-CN" altLang="en-US"/>
          </a:p>
        </p:txBody>
      </p:sp>
    </p:spTree>
    <p:extLst>
      <p:ext uri="{BB962C8B-B14F-4D97-AF65-F5344CB8AC3E}">
        <p14:creationId xmlns:p14="http://schemas.microsoft.com/office/powerpoint/2010/main" val="40673274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8" Type="http://schemas.openxmlformats.org/officeDocument/2006/relationships/image" Target="../media/image6.jpg"/><Relationship Id="rId13" Type="http://schemas.openxmlformats.org/officeDocument/2006/relationships/image" Target="../media/image11.jpg"/><Relationship Id="rId18" Type="http://schemas.openxmlformats.org/officeDocument/2006/relationships/image" Target="../media/image16.jpg"/><Relationship Id="rId3" Type="http://schemas.openxmlformats.org/officeDocument/2006/relationships/image" Target="../media/image1.jpeg"/><Relationship Id="rId21" Type="http://schemas.openxmlformats.org/officeDocument/2006/relationships/image" Target="../media/image19.jpg"/><Relationship Id="rId7" Type="http://schemas.openxmlformats.org/officeDocument/2006/relationships/image" Target="../media/image5.jpg"/><Relationship Id="rId12" Type="http://schemas.openxmlformats.org/officeDocument/2006/relationships/image" Target="../media/image10.jpg"/><Relationship Id="rId17" Type="http://schemas.openxmlformats.org/officeDocument/2006/relationships/image" Target="../media/image15.jpg"/><Relationship Id="rId2" Type="http://schemas.openxmlformats.org/officeDocument/2006/relationships/notesSlide" Target="../notesSlides/notesSlide4.xml"/><Relationship Id="rId16" Type="http://schemas.openxmlformats.org/officeDocument/2006/relationships/image" Target="../media/image14.jpg"/><Relationship Id="rId20" Type="http://schemas.openxmlformats.org/officeDocument/2006/relationships/image" Target="../media/image18.jpg"/><Relationship Id="rId1" Type="http://schemas.openxmlformats.org/officeDocument/2006/relationships/slideLayout" Target="../slideLayouts/slideLayout2.xml"/><Relationship Id="rId6" Type="http://schemas.openxmlformats.org/officeDocument/2006/relationships/image" Target="../media/image4.jpg"/><Relationship Id="rId11" Type="http://schemas.openxmlformats.org/officeDocument/2006/relationships/image" Target="../media/image9.jpg"/><Relationship Id="rId5" Type="http://schemas.openxmlformats.org/officeDocument/2006/relationships/image" Target="../media/image3.jpg"/><Relationship Id="rId15" Type="http://schemas.openxmlformats.org/officeDocument/2006/relationships/image" Target="../media/image13.jpg"/><Relationship Id="rId10" Type="http://schemas.openxmlformats.org/officeDocument/2006/relationships/image" Target="../media/image8.jpg"/><Relationship Id="rId19" Type="http://schemas.openxmlformats.org/officeDocument/2006/relationships/image" Target="../media/image17.jpg"/><Relationship Id="rId4" Type="http://schemas.openxmlformats.org/officeDocument/2006/relationships/image" Target="../media/image2.jpeg"/><Relationship Id="rId9" Type="http://schemas.openxmlformats.org/officeDocument/2006/relationships/image" Target="../media/image7.jpg"/><Relationship Id="rId14" Type="http://schemas.openxmlformats.org/officeDocument/2006/relationships/image" Target="../media/image12.jpg"/><Relationship Id="rId22" Type="http://schemas.openxmlformats.org/officeDocument/2006/relationships/image" Target="../media/image20.jpg"/></Relationships>
</file>

<file path=ppt/slides/_rels/slide5.xml.rels><?xml version="1.0" encoding="UTF-8" standalone="yes"?>
<Relationships xmlns="http://schemas.openxmlformats.org/package/2006/relationships"><Relationship Id="rId8" Type="http://schemas.openxmlformats.org/officeDocument/2006/relationships/image" Target="../media/image24.jpg"/><Relationship Id="rId13" Type="http://schemas.openxmlformats.org/officeDocument/2006/relationships/image" Target="../media/image29.jpg"/><Relationship Id="rId3" Type="http://schemas.openxmlformats.org/officeDocument/2006/relationships/image" Target="../media/image1.jpeg"/><Relationship Id="rId7" Type="http://schemas.openxmlformats.org/officeDocument/2006/relationships/image" Target="../media/image23.jpg"/><Relationship Id="rId12" Type="http://schemas.openxmlformats.org/officeDocument/2006/relationships/image" Target="../media/image28.jpg"/><Relationship Id="rId2" Type="http://schemas.openxmlformats.org/officeDocument/2006/relationships/notesSlide" Target="../notesSlides/notesSlide5.xml"/><Relationship Id="rId16" Type="http://schemas.openxmlformats.org/officeDocument/2006/relationships/image" Target="../media/image32.jpg"/><Relationship Id="rId1" Type="http://schemas.openxmlformats.org/officeDocument/2006/relationships/slideLayout" Target="../slideLayouts/slideLayout2.xml"/><Relationship Id="rId6" Type="http://schemas.openxmlformats.org/officeDocument/2006/relationships/image" Target="../media/image22.jpg"/><Relationship Id="rId11" Type="http://schemas.openxmlformats.org/officeDocument/2006/relationships/image" Target="../media/image27.jpg"/><Relationship Id="rId5" Type="http://schemas.openxmlformats.org/officeDocument/2006/relationships/image" Target="../media/image21.jpg"/><Relationship Id="rId15" Type="http://schemas.openxmlformats.org/officeDocument/2006/relationships/image" Target="../media/image31.jpg"/><Relationship Id="rId10" Type="http://schemas.openxmlformats.org/officeDocument/2006/relationships/image" Target="../media/image26.jpg"/><Relationship Id="rId4" Type="http://schemas.openxmlformats.org/officeDocument/2006/relationships/image" Target="../media/image2.jpeg"/><Relationship Id="rId9" Type="http://schemas.openxmlformats.org/officeDocument/2006/relationships/image" Target="../media/image25.jpg"/><Relationship Id="rId14" Type="http://schemas.openxmlformats.org/officeDocument/2006/relationships/image" Target="../media/image30.jp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8" Type="http://schemas.openxmlformats.org/officeDocument/2006/relationships/image" Target="../media/image36.jpg"/><Relationship Id="rId3" Type="http://schemas.openxmlformats.org/officeDocument/2006/relationships/image" Target="../media/image1.jpe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jpg"/><Relationship Id="rId4" Type="http://schemas.openxmlformats.org/officeDocument/2006/relationships/image" Target="../media/image2.jpeg"/><Relationship Id="rId9" Type="http://schemas.openxmlformats.org/officeDocument/2006/relationships/image" Target="../media/image37.jp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9.jpeg"/><Relationship Id="rId5" Type="http://schemas.openxmlformats.org/officeDocument/2006/relationships/image" Target="../media/image38.jpg"/><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8" Type="http://schemas.openxmlformats.org/officeDocument/2006/relationships/image" Target="../media/image41.wmf"/><Relationship Id="rId13" Type="http://schemas.openxmlformats.org/officeDocument/2006/relationships/oleObject" Target="../embeddings/oleObject5.bin"/><Relationship Id="rId3" Type="http://schemas.openxmlformats.org/officeDocument/2006/relationships/image" Target="../media/image1.jpeg"/><Relationship Id="rId7" Type="http://schemas.openxmlformats.org/officeDocument/2006/relationships/oleObject" Target="../embeddings/oleObject2.bin"/><Relationship Id="rId12" Type="http://schemas.openxmlformats.org/officeDocument/2006/relationships/image" Target="../media/image43.wmf"/><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0.wmf"/><Relationship Id="rId11" Type="http://schemas.openxmlformats.org/officeDocument/2006/relationships/oleObject" Target="../embeddings/oleObject4.bin"/><Relationship Id="rId5" Type="http://schemas.openxmlformats.org/officeDocument/2006/relationships/oleObject" Target="../embeddings/oleObject1.bin"/><Relationship Id="rId10" Type="http://schemas.openxmlformats.org/officeDocument/2006/relationships/image" Target="../media/image42.wmf"/><Relationship Id="rId4" Type="http://schemas.openxmlformats.org/officeDocument/2006/relationships/image" Target="../media/image2.jpeg"/><Relationship Id="rId9" Type="http://schemas.openxmlformats.org/officeDocument/2006/relationships/oleObject" Target="../embeddings/oleObject3.bin"/><Relationship Id="rId14" Type="http://schemas.openxmlformats.org/officeDocument/2006/relationships/image" Target="../media/image44.wmf"/></Relationships>
</file>

<file path=ppt/slides/_rels/slide11.xml.rels><?xml version="1.0" encoding="UTF-8" standalone="yes"?>
<Relationships xmlns="http://schemas.openxmlformats.org/package/2006/relationships"><Relationship Id="rId13" Type="http://schemas.openxmlformats.org/officeDocument/2006/relationships/image" Target="../media/image53.jpg"/><Relationship Id="rId18" Type="http://schemas.openxmlformats.org/officeDocument/2006/relationships/image" Target="../media/image58.jpg"/><Relationship Id="rId26" Type="http://schemas.openxmlformats.org/officeDocument/2006/relationships/image" Target="../media/image66.jpg"/><Relationship Id="rId39" Type="http://schemas.openxmlformats.org/officeDocument/2006/relationships/image" Target="../media/image79.jpg"/><Relationship Id="rId21" Type="http://schemas.openxmlformats.org/officeDocument/2006/relationships/image" Target="../media/image61.jpg"/><Relationship Id="rId34" Type="http://schemas.openxmlformats.org/officeDocument/2006/relationships/image" Target="../media/image74.jpg"/><Relationship Id="rId7" Type="http://schemas.openxmlformats.org/officeDocument/2006/relationships/image" Target="../media/image47.jpg"/><Relationship Id="rId12" Type="http://schemas.openxmlformats.org/officeDocument/2006/relationships/image" Target="../media/image52.jpg"/><Relationship Id="rId17" Type="http://schemas.openxmlformats.org/officeDocument/2006/relationships/image" Target="../media/image57.jpg"/><Relationship Id="rId25" Type="http://schemas.openxmlformats.org/officeDocument/2006/relationships/image" Target="../media/image65.jpg"/><Relationship Id="rId33" Type="http://schemas.openxmlformats.org/officeDocument/2006/relationships/image" Target="../media/image73.jpg"/><Relationship Id="rId38" Type="http://schemas.openxmlformats.org/officeDocument/2006/relationships/image" Target="../media/image78.jpg"/><Relationship Id="rId2" Type="http://schemas.openxmlformats.org/officeDocument/2006/relationships/notesSlide" Target="../notesSlides/notesSlide11.xml"/><Relationship Id="rId16" Type="http://schemas.openxmlformats.org/officeDocument/2006/relationships/image" Target="../media/image56.jpg"/><Relationship Id="rId20" Type="http://schemas.openxmlformats.org/officeDocument/2006/relationships/image" Target="../media/image60.jpg"/><Relationship Id="rId29" Type="http://schemas.openxmlformats.org/officeDocument/2006/relationships/image" Target="../media/image69.jpg"/><Relationship Id="rId1" Type="http://schemas.openxmlformats.org/officeDocument/2006/relationships/slideLayout" Target="../slideLayouts/slideLayout2.xml"/><Relationship Id="rId6" Type="http://schemas.openxmlformats.org/officeDocument/2006/relationships/image" Target="../media/image46.jpg"/><Relationship Id="rId11" Type="http://schemas.openxmlformats.org/officeDocument/2006/relationships/image" Target="../media/image51.jpg"/><Relationship Id="rId24" Type="http://schemas.openxmlformats.org/officeDocument/2006/relationships/image" Target="../media/image64.jpg"/><Relationship Id="rId32" Type="http://schemas.openxmlformats.org/officeDocument/2006/relationships/image" Target="../media/image72.jpg"/><Relationship Id="rId37" Type="http://schemas.openxmlformats.org/officeDocument/2006/relationships/image" Target="../media/image77.jpg"/><Relationship Id="rId40" Type="http://schemas.openxmlformats.org/officeDocument/2006/relationships/image" Target="../media/image80.jpg"/><Relationship Id="rId5" Type="http://schemas.openxmlformats.org/officeDocument/2006/relationships/image" Target="../media/image45.jpg"/><Relationship Id="rId15" Type="http://schemas.openxmlformats.org/officeDocument/2006/relationships/image" Target="../media/image55.jpg"/><Relationship Id="rId23" Type="http://schemas.openxmlformats.org/officeDocument/2006/relationships/image" Target="../media/image63.jpg"/><Relationship Id="rId28" Type="http://schemas.openxmlformats.org/officeDocument/2006/relationships/image" Target="../media/image68.jpg"/><Relationship Id="rId36" Type="http://schemas.openxmlformats.org/officeDocument/2006/relationships/image" Target="../media/image76.jpg"/><Relationship Id="rId10" Type="http://schemas.openxmlformats.org/officeDocument/2006/relationships/image" Target="../media/image50.jpg"/><Relationship Id="rId19" Type="http://schemas.openxmlformats.org/officeDocument/2006/relationships/image" Target="../media/image59.jpg"/><Relationship Id="rId31" Type="http://schemas.openxmlformats.org/officeDocument/2006/relationships/image" Target="../media/image71.jpg"/><Relationship Id="rId4" Type="http://schemas.openxmlformats.org/officeDocument/2006/relationships/image" Target="../media/image2.jpeg"/><Relationship Id="rId9" Type="http://schemas.openxmlformats.org/officeDocument/2006/relationships/image" Target="../media/image49.jpg"/><Relationship Id="rId14" Type="http://schemas.openxmlformats.org/officeDocument/2006/relationships/image" Target="../media/image54.jpg"/><Relationship Id="rId22" Type="http://schemas.openxmlformats.org/officeDocument/2006/relationships/image" Target="../media/image62.jpg"/><Relationship Id="rId27" Type="http://schemas.openxmlformats.org/officeDocument/2006/relationships/image" Target="../media/image67.jpg"/><Relationship Id="rId30" Type="http://schemas.openxmlformats.org/officeDocument/2006/relationships/image" Target="../media/image70.jpg"/><Relationship Id="rId35" Type="http://schemas.openxmlformats.org/officeDocument/2006/relationships/image" Target="../media/image75.jpg"/><Relationship Id="rId8" Type="http://schemas.openxmlformats.org/officeDocument/2006/relationships/image" Target="../media/image48.jpg"/><Relationship Id="rId3" Type="http://schemas.openxmlformats.org/officeDocument/2006/relationships/image" Target="../media/image1.jpeg"/></Relationships>
</file>

<file path=ppt/slides/_rels/slide12.xml.rels><?xml version="1.0" encoding="UTF-8" standalone="yes"?>
<Relationships xmlns="http://schemas.openxmlformats.org/package/2006/relationships"><Relationship Id="rId8" Type="http://schemas.openxmlformats.org/officeDocument/2006/relationships/image" Target="../media/image84.jpg"/><Relationship Id="rId13" Type="http://schemas.openxmlformats.org/officeDocument/2006/relationships/image" Target="../media/image89.jpg"/><Relationship Id="rId18" Type="http://schemas.openxmlformats.org/officeDocument/2006/relationships/image" Target="../media/image94.jpg"/><Relationship Id="rId26" Type="http://schemas.openxmlformats.org/officeDocument/2006/relationships/image" Target="../media/image102.jpg"/><Relationship Id="rId3" Type="http://schemas.openxmlformats.org/officeDocument/2006/relationships/image" Target="../media/image1.jpeg"/><Relationship Id="rId21" Type="http://schemas.openxmlformats.org/officeDocument/2006/relationships/image" Target="../media/image97.jpg"/><Relationship Id="rId7" Type="http://schemas.openxmlformats.org/officeDocument/2006/relationships/image" Target="../media/image83.jpg"/><Relationship Id="rId12" Type="http://schemas.openxmlformats.org/officeDocument/2006/relationships/image" Target="../media/image88.jpg"/><Relationship Id="rId17" Type="http://schemas.openxmlformats.org/officeDocument/2006/relationships/image" Target="../media/image93.jpg"/><Relationship Id="rId25" Type="http://schemas.openxmlformats.org/officeDocument/2006/relationships/image" Target="../media/image101.jpg"/><Relationship Id="rId2" Type="http://schemas.openxmlformats.org/officeDocument/2006/relationships/notesSlide" Target="../notesSlides/notesSlide12.xml"/><Relationship Id="rId16" Type="http://schemas.openxmlformats.org/officeDocument/2006/relationships/image" Target="../media/image92.jpg"/><Relationship Id="rId20" Type="http://schemas.openxmlformats.org/officeDocument/2006/relationships/image" Target="../media/image96.jpg"/><Relationship Id="rId1" Type="http://schemas.openxmlformats.org/officeDocument/2006/relationships/slideLayout" Target="../slideLayouts/slideLayout2.xml"/><Relationship Id="rId6" Type="http://schemas.openxmlformats.org/officeDocument/2006/relationships/image" Target="../media/image82.jpg"/><Relationship Id="rId11" Type="http://schemas.openxmlformats.org/officeDocument/2006/relationships/image" Target="../media/image87.jpg"/><Relationship Id="rId24" Type="http://schemas.openxmlformats.org/officeDocument/2006/relationships/image" Target="../media/image100.jpg"/><Relationship Id="rId5" Type="http://schemas.openxmlformats.org/officeDocument/2006/relationships/image" Target="../media/image81.jpg"/><Relationship Id="rId15" Type="http://schemas.openxmlformats.org/officeDocument/2006/relationships/image" Target="../media/image91.jpg"/><Relationship Id="rId23" Type="http://schemas.openxmlformats.org/officeDocument/2006/relationships/image" Target="../media/image99.jpg"/><Relationship Id="rId10" Type="http://schemas.openxmlformats.org/officeDocument/2006/relationships/image" Target="../media/image86.jpg"/><Relationship Id="rId19" Type="http://schemas.openxmlformats.org/officeDocument/2006/relationships/image" Target="../media/image95.jpg"/><Relationship Id="rId4" Type="http://schemas.openxmlformats.org/officeDocument/2006/relationships/image" Target="../media/image2.jpeg"/><Relationship Id="rId9" Type="http://schemas.openxmlformats.org/officeDocument/2006/relationships/image" Target="../media/image85.jpg"/><Relationship Id="rId14" Type="http://schemas.openxmlformats.org/officeDocument/2006/relationships/image" Target="../media/image90.jpg"/><Relationship Id="rId22" Type="http://schemas.openxmlformats.org/officeDocument/2006/relationships/image" Target="../media/image98.jp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8" Type="http://schemas.openxmlformats.org/officeDocument/2006/relationships/image" Target="../media/image106.jpg"/><Relationship Id="rId13" Type="http://schemas.openxmlformats.org/officeDocument/2006/relationships/image" Target="../media/image111.jpg"/><Relationship Id="rId18" Type="http://schemas.openxmlformats.org/officeDocument/2006/relationships/image" Target="../media/image116.jpg"/><Relationship Id="rId3" Type="http://schemas.openxmlformats.org/officeDocument/2006/relationships/image" Target="../media/image1.jpeg"/><Relationship Id="rId21" Type="http://schemas.openxmlformats.org/officeDocument/2006/relationships/image" Target="../media/image119.png"/><Relationship Id="rId7" Type="http://schemas.openxmlformats.org/officeDocument/2006/relationships/image" Target="../media/image105.jpg"/><Relationship Id="rId12" Type="http://schemas.openxmlformats.org/officeDocument/2006/relationships/image" Target="../media/image110.jpg"/><Relationship Id="rId17" Type="http://schemas.openxmlformats.org/officeDocument/2006/relationships/image" Target="../media/image115.jpg"/><Relationship Id="rId2" Type="http://schemas.openxmlformats.org/officeDocument/2006/relationships/notesSlide" Target="../notesSlides/notesSlide14.xml"/><Relationship Id="rId16" Type="http://schemas.openxmlformats.org/officeDocument/2006/relationships/image" Target="../media/image114.jpg"/><Relationship Id="rId20" Type="http://schemas.openxmlformats.org/officeDocument/2006/relationships/image" Target="../media/image118.jpg"/><Relationship Id="rId1" Type="http://schemas.openxmlformats.org/officeDocument/2006/relationships/slideLayout" Target="../slideLayouts/slideLayout2.xml"/><Relationship Id="rId6" Type="http://schemas.openxmlformats.org/officeDocument/2006/relationships/image" Target="../media/image104.jpg"/><Relationship Id="rId11" Type="http://schemas.openxmlformats.org/officeDocument/2006/relationships/image" Target="../media/image109.jpg"/><Relationship Id="rId5" Type="http://schemas.openxmlformats.org/officeDocument/2006/relationships/image" Target="../media/image103.jpg"/><Relationship Id="rId15" Type="http://schemas.openxmlformats.org/officeDocument/2006/relationships/image" Target="../media/image113.jpg"/><Relationship Id="rId10" Type="http://schemas.openxmlformats.org/officeDocument/2006/relationships/image" Target="../media/image108.jpg"/><Relationship Id="rId19" Type="http://schemas.openxmlformats.org/officeDocument/2006/relationships/image" Target="../media/image117.jpg"/><Relationship Id="rId4" Type="http://schemas.openxmlformats.org/officeDocument/2006/relationships/image" Target="../media/image2.jpeg"/><Relationship Id="rId9" Type="http://schemas.openxmlformats.org/officeDocument/2006/relationships/image" Target="../media/image107.jpg"/><Relationship Id="rId14" Type="http://schemas.openxmlformats.org/officeDocument/2006/relationships/image" Target="../media/image112.jpg"/></Relationships>
</file>

<file path=ppt/slides/_rels/slide15.xml.rels><?xml version="1.0" encoding="UTF-8" standalone="yes"?>
<Relationships xmlns="http://schemas.openxmlformats.org/package/2006/relationships"><Relationship Id="rId8" Type="http://schemas.openxmlformats.org/officeDocument/2006/relationships/image" Target="../media/image123.jpg"/><Relationship Id="rId13" Type="http://schemas.openxmlformats.org/officeDocument/2006/relationships/oleObject" Target="../embeddings/oleObject7.bin"/><Relationship Id="rId18" Type="http://schemas.openxmlformats.org/officeDocument/2006/relationships/image" Target="../media/image129.wmf"/><Relationship Id="rId3" Type="http://schemas.openxmlformats.org/officeDocument/2006/relationships/image" Target="../media/image1.jpeg"/><Relationship Id="rId7" Type="http://schemas.openxmlformats.org/officeDocument/2006/relationships/image" Target="../media/image122.jpg"/><Relationship Id="rId12" Type="http://schemas.openxmlformats.org/officeDocument/2006/relationships/image" Target="../media/image126.wmf"/><Relationship Id="rId17" Type="http://schemas.openxmlformats.org/officeDocument/2006/relationships/oleObject" Target="../embeddings/oleObject9.bin"/><Relationship Id="rId2" Type="http://schemas.openxmlformats.org/officeDocument/2006/relationships/notesSlide" Target="../notesSlides/notesSlide15.xml"/><Relationship Id="rId16" Type="http://schemas.openxmlformats.org/officeDocument/2006/relationships/image" Target="../media/image128.wmf"/><Relationship Id="rId20" Type="http://schemas.openxmlformats.org/officeDocument/2006/relationships/image" Target="../media/image130.wmf"/><Relationship Id="rId1" Type="http://schemas.openxmlformats.org/officeDocument/2006/relationships/slideLayout" Target="../slideLayouts/slideLayout2.xml"/><Relationship Id="rId6" Type="http://schemas.openxmlformats.org/officeDocument/2006/relationships/image" Target="../media/image121.jpg"/><Relationship Id="rId11" Type="http://schemas.openxmlformats.org/officeDocument/2006/relationships/oleObject" Target="../embeddings/oleObject6.bin"/><Relationship Id="rId5" Type="http://schemas.openxmlformats.org/officeDocument/2006/relationships/image" Target="../media/image120.jpg"/><Relationship Id="rId15" Type="http://schemas.openxmlformats.org/officeDocument/2006/relationships/oleObject" Target="../embeddings/oleObject8.bin"/><Relationship Id="rId10" Type="http://schemas.openxmlformats.org/officeDocument/2006/relationships/image" Target="../media/image125.jpg"/><Relationship Id="rId19" Type="http://schemas.openxmlformats.org/officeDocument/2006/relationships/oleObject" Target="../embeddings/oleObject10.bin"/><Relationship Id="rId4" Type="http://schemas.openxmlformats.org/officeDocument/2006/relationships/image" Target="../media/image2.jpeg"/><Relationship Id="rId9" Type="http://schemas.openxmlformats.org/officeDocument/2006/relationships/image" Target="../media/image124.jpg"/><Relationship Id="rId14" Type="http://schemas.openxmlformats.org/officeDocument/2006/relationships/image" Target="../media/image127.wmf"/></Relationships>
</file>

<file path=ppt/slides/_rels/slide16.xml.rels><?xml version="1.0" encoding="UTF-8" standalone="yes"?>
<Relationships xmlns="http://schemas.openxmlformats.org/package/2006/relationships"><Relationship Id="rId8" Type="http://schemas.openxmlformats.org/officeDocument/2006/relationships/image" Target="../media/image132.wmf"/><Relationship Id="rId13" Type="http://schemas.openxmlformats.org/officeDocument/2006/relationships/oleObject" Target="../embeddings/oleObject15.bin"/><Relationship Id="rId3" Type="http://schemas.openxmlformats.org/officeDocument/2006/relationships/image" Target="../media/image1.jpeg"/><Relationship Id="rId7" Type="http://schemas.openxmlformats.org/officeDocument/2006/relationships/oleObject" Target="../embeddings/oleObject12.bin"/><Relationship Id="rId12" Type="http://schemas.openxmlformats.org/officeDocument/2006/relationships/image" Target="../media/image134.wmf"/><Relationship Id="rId2" Type="http://schemas.openxmlformats.org/officeDocument/2006/relationships/notesSlide" Target="../notesSlides/notesSlide16.xml"/><Relationship Id="rId16" Type="http://schemas.openxmlformats.org/officeDocument/2006/relationships/image" Target="../media/image136.wmf"/><Relationship Id="rId1" Type="http://schemas.openxmlformats.org/officeDocument/2006/relationships/slideLayout" Target="../slideLayouts/slideLayout2.xml"/><Relationship Id="rId6" Type="http://schemas.openxmlformats.org/officeDocument/2006/relationships/image" Target="../media/image131.wmf"/><Relationship Id="rId11" Type="http://schemas.openxmlformats.org/officeDocument/2006/relationships/oleObject" Target="../embeddings/oleObject14.bin"/><Relationship Id="rId5" Type="http://schemas.openxmlformats.org/officeDocument/2006/relationships/oleObject" Target="../embeddings/oleObject11.bin"/><Relationship Id="rId15" Type="http://schemas.openxmlformats.org/officeDocument/2006/relationships/oleObject" Target="../embeddings/oleObject16.bin"/><Relationship Id="rId10" Type="http://schemas.openxmlformats.org/officeDocument/2006/relationships/image" Target="../media/image133.wmf"/><Relationship Id="rId4" Type="http://schemas.openxmlformats.org/officeDocument/2006/relationships/image" Target="../media/image2.jpeg"/><Relationship Id="rId9" Type="http://schemas.openxmlformats.org/officeDocument/2006/relationships/oleObject" Target="../embeddings/oleObject13.bin"/><Relationship Id="rId14" Type="http://schemas.openxmlformats.org/officeDocument/2006/relationships/image" Target="../media/image135.wmf"/></Relationships>
</file>

<file path=ppt/slides/_rels/slide17.xml.rels><?xml version="1.0" encoding="UTF-8" standalone="yes"?>
<Relationships xmlns="http://schemas.openxmlformats.org/package/2006/relationships"><Relationship Id="rId8" Type="http://schemas.openxmlformats.org/officeDocument/2006/relationships/image" Target="../media/image138.wmf"/><Relationship Id="rId13" Type="http://schemas.openxmlformats.org/officeDocument/2006/relationships/oleObject" Target="../embeddings/oleObject21.bin"/><Relationship Id="rId3" Type="http://schemas.openxmlformats.org/officeDocument/2006/relationships/image" Target="../media/image1.jpeg"/><Relationship Id="rId7" Type="http://schemas.openxmlformats.org/officeDocument/2006/relationships/oleObject" Target="../embeddings/oleObject18.bin"/><Relationship Id="rId12" Type="http://schemas.openxmlformats.org/officeDocument/2006/relationships/image" Target="../media/image140.wmf"/><Relationship Id="rId2" Type="http://schemas.openxmlformats.org/officeDocument/2006/relationships/notesSlide" Target="../notesSlides/notesSlide17.xml"/><Relationship Id="rId16" Type="http://schemas.openxmlformats.org/officeDocument/2006/relationships/image" Target="../media/image142.wmf"/><Relationship Id="rId1" Type="http://schemas.openxmlformats.org/officeDocument/2006/relationships/slideLayout" Target="../slideLayouts/slideLayout2.xml"/><Relationship Id="rId6" Type="http://schemas.openxmlformats.org/officeDocument/2006/relationships/image" Target="../media/image137.wmf"/><Relationship Id="rId11" Type="http://schemas.openxmlformats.org/officeDocument/2006/relationships/oleObject" Target="../embeddings/oleObject20.bin"/><Relationship Id="rId5" Type="http://schemas.openxmlformats.org/officeDocument/2006/relationships/oleObject" Target="../embeddings/oleObject17.bin"/><Relationship Id="rId15" Type="http://schemas.openxmlformats.org/officeDocument/2006/relationships/oleObject" Target="../embeddings/oleObject22.bin"/><Relationship Id="rId10" Type="http://schemas.openxmlformats.org/officeDocument/2006/relationships/image" Target="../media/image139.wmf"/><Relationship Id="rId4" Type="http://schemas.openxmlformats.org/officeDocument/2006/relationships/image" Target="../media/image2.jpeg"/><Relationship Id="rId9" Type="http://schemas.openxmlformats.org/officeDocument/2006/relationships/oleObject" Target="../embeddings/oleObject19.bin"/><Relationship Id="rId14" Type="http://schemas.openxmlformats.org/officeDocument/2006/relationships/image" Target="../media/image141.wmf"/></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0.xml.rels><?xml version="1.0" encoding="UTF-8" standalone="yes"?>
<Relationships xmlns="http://schemas.openxmlformats.org/package/2006/relationships"><Relationship Id="rId8" Type="http://schemas.openxmlformats.org/officeDocument/2006/relationships/image" Target="../media/image146.jpg"/><Relationship Id="rId13" Type="http://schemas.openxmlformats.org/officeDocument/2006/relationships/image" Target="../media/image151.jpg"/><Relationship Id="rId18" Type="http://schemas.openxmlformats.org/officeDocument/2006/relationships/image" Target="../media/image156.jpg"/><Relationship Id="rId3" Type="http://schemas.openxmlformats.org/officeDocument/2006/relationships/image" Target="../media/image1.jpeg"/><Relationship Id="rId21" Type="http://schemas.openxmlformats.org/officeDocument/2006/relationships/image" Target="../media/image159.jpg"/><Relationship Id="rId7" Type="http://schemas.openxmlformats.org/officeDocument/2006/relationships/image" Target="../media/image145.jpg"/><Relationship Id="rId12" Type="http://schemas.openxmlformats.org/officeDocument/2006/relationships/image" Target="../media/image150.jpg"/><Relationship Id="rId17" Type="http://schemas.openxmlformats.org/officeDocument/2006/relationships/image" Target="../media/image155.jpg"/><Relationship Id="rId2" Type="http://schemas.openxmlformats.org/officeDocument/2006/relationships/notesSlide" Target="../notesSlides/notesSlide20.xml"/><Relationship Id="rId16" Type="http://schemas.openxmlformats.org/officeDocument/2006/relationships/image" Target="../media/image154.jpg"/><Relationship Id="rId20" Type="http://schemas.openxmlformats.org/officeDocument/2006/relationships/image" Target="../media/image158.jpg"/><Relationship Id="rId1" Type="http://schemas.openxmlformats.org/officeDocument/2006/relationships/slideLayout" Target="../slideLayouts/slideLayout2.xml"/><Relationship Id="rId6" Type="http://schemas.openxmlformats.org/officeDocument/2006/relationships/image" Target="../media/image144.png"/><Relationship Id="rId11" Type="http://schemas.openxmlformats.org/officeDocument/2006/relationships/image" Target="../media/image149.jpg"/><Relationship Id="rId5" Type="http://schemas.openxmlformats.org/officeDocument/2006/relationships/image" Target="../media/image143.png"/><Relationship Id="rId15" Type="http://schemas.openxmlformats.org/officeDocument/2006/relationships/image" Target="../media/image153.jpg"/><Relationship Id="rId23" Type="http://schemas.openxmlformats.org/officeDocument/2006/relationships/image" Target="../media/image161.jpg"/><Relationship Id="rId10" Type="http://schemas.openxmlformats.org/officeDocument/2006/relationships/image" Target="../media/image148.jpg"/><Relationship Id="rId19" Type="http://schemas.openxmlformats.org/officeDocument/2006/relationships/image" Target="../media/image157.jpg"/><Relationship Id="rId4" Type="http://schemas.openxmlformats.org/officeDocument/2006/relationships/image" Target="../media/image2.jpeg"/><Relationship Id="rId9" Type="http://schemas.openxmlformats.org/officeDocument/2006/relationships/image" Target="../media/image147.jpg"/><Relationship Id="rId14" Type="http://schemas.openxmlformats.org/officeDocument/2006/relationships/image" Target="../media/image152.jpg"/><Relationship Id="rId22" Type="http://schemas.openxmlformats.org/officeDocument/2006/relationships/image" Target="../media/image160.jpg"/></Relationships>
</file>

<file path=ppt/slides/_rels/slide21.xml.rels><?xml version="1.0" encoding="UTF-8" standalone="yes"?>
<Relationships xmlns="http://schemas.openxmlformats.org/package/2006/relationships"><Relationship Id="rId26" Type="http://schemas.openxmlformats.org/officeDocument/2006/relationships/image" Target="../media/image180.jpg"/><Relationship Id="rId21" Type="http://schemas.openxmlformats.org/officeDocument/2006/relationships/image" Target="../media/image175.jpg"/><Relationship Id="rId42" Type="http://schemas.openxmlformats.org/officeDocument/2006/relationships/image" Target="../media/image196.jpg"/><Relationship Id="rId47" Type="http://schemas.openxmlformats.org/officeDocument/2006/relationships/image" Target="../media/image201.jpg"/><Relationship Id="rId63" Type="http://schemas.openxmlformats.org/officeDocument/2006/relationships/image" Target="../media/image217.jpg"/><Relationship Id="rId68" Type="http://schemas.openxmlformats.org/officeDocument/2006/relationships/image" Target="../media/image221.jpg"/><Relationship Id="rId7" Type="http://schemas.openxmlformats.org/officeDocument/2006/relationships/image" Target="../media/image164.jpg"/><Relationship Id="rId2" Type="http://schemas.openxmlformats.org/officeDocument/2006/relationships/notesSlide" Target="../notesSlides/notesSlide21.xml"/><Relationship Id="rId16" Type="http://schemas.openxmlformats.org/officeDocument/2006/relationships/image" Target="../media/image170.jpg"/><Relationship Id="rId29" Type="http://schemas.openxmlformats.org/officeDocument/2006/relationships/image" Target="../media/image183.jpg"/><Relationship Id="rId11" Type="http://schemas.openxmlformats.org/officeDocument/2006/relationships/image" Target="../media/image167.jpg"/><Relationship Id="rId24" Type="http://schemas.openxmlformats.org/officeDocument/2006/relationships/image" Target="../media/image178.jpg"/><Relationship Id="rId32" Type="http://schemas.openxmlformats.org/officeDocument/2006/relationships/image" Target="../media/image186.jpg"/><Relationship Id="rId37" Type="http://schemas.openxmlformats.org/officeDocument/2006/relationships/image" Target="../media/image191.jpg"/><Relationship Id="rId40" Type="http://schemas.openxmlformats.org/officeDocument/2006/relationships/image" Target="../media/image194.jpg"/><Relationship Id="rId45" Type="http://schemas.openxmlformats.org/officeDocument/2006/relationships/image" Target="../media/image199.jpg"/><Relationship Id="rId53" Type="http://schemas.openxmlformats.org/officeDocument/2006/relationships/image" Target="../media/image207.jpg"/><Relationship Id="rId58" Type="http://schemas.openxmlformats.org/officeDocument/2006/relationships/image" Target="../media/image212.jpg"/><Relationship Id="rId66" Type="http://schemas.openxmlformats.org/officeDocument/2006/relationships/image" Target="../media/image219.jpg"/><Relationship Id="rId5" Type="http://schemas.openxmlformats.org/officeDocument/2006/relationships/image" Target="../media/image162.jpg"/><Relationship Id="rId61" Type="http://schemas.openxmlformats.org/officeDocument/2006/relationships/image" Target="../media/image215.jpg"/><Relationship Id="rId19" Type="http://schemas.openxmlformats.org/officeDocument/2006/relationships/image" Target="../media/image173.jpg"/><Relationship Id="rId14" Type="http://schemas.openxmlformats.org/officeDocument/2006/relationships/image" Target="../media/image168.jpg"/><Relationship Id="rId22" Type="http://schemas.openxmlformats.org/officeDocument/2006/relationships/image" Target="../media/image176.jpg"/><Relationship Id="rId27" Type="http://schemas.openxmlformats.org/officeDocument/2006/relationships/image" Target="../media/image181.jpg"/><Relationship Id="rId30" Type="http://schemas.openxmlformats.org/officeDocument/2006/relationships/image" Target="../media/image184.jpg"/><Relationship Id="rId35" Type="http://schemas.openxmlformats.org/officeDocument/2006/relationships/image" Target="../media/image189.jpg"/><Relationship Id="rId43" Type="http://schemas.openxmlformats.org/officeDocument/2006/relationships/image" Target="../media/image197.jpg"/><Relationship Id="rId48" Type="http://schemas.openxmlformats.org/officeDocument/2006/relationships/image" Target="../media/image202.jpg"/><Relationship Id="rId56" Type="http://schemas.openxmlformats.org/officeDocument/2006/relationships/image" Target="../media/image210.jpg"/><Relationship Id="rId64" Type="http://schemas.openxmlformats.org/officeDocument/2006/relationships/image" Target="../media/image158.jpg"/><Relationship Id="rId69" Type="http://schemas.openxmlformats.org/officeDocument/2006/relationships/image" Target="../media/image222.jpg"/><Relationship Id="rId8" Type="http://schemas.openxmlformats.org/officeDocument/2006/relationships/image" Target="../media/image165.jpg"/><Relationship Id="rId51" Type="http://schemas.openxmlformats.org/officeDocument/2006/relationships/image" Target="../media/image205.jpg"/><Relationship Id="rId3" Type="http://schemas.openxmlformats.org/officeDocument/2006/relationships/image" Target="../media/image1.jpeg"/><Relationship Id="rId12" Type="http://schemas.openxmlformats.org/officeDocument/2006/relationships/image" Target="../media/image148.jpg"/><Relationship Id="rId17" Type="http://schemas.openxmlformats.org/officeDocument/2006/relationships/image" Target="../media/image171.jpg"/><Relationship Id="rId25" Type="http://schemas.openxmlformats.org/officeDocument/2006/relationships/image" Target="../media/image179.jpg"/><Relationship Id="rId33" Type="http://schemas.openxmlformats.org/officeDocument/2006/relationships/image" Target="../media/image187.jpg"/><Relationship Id="rId38" Type="http://schemas.openxmlformats.org/officeDocument/2006/relationships/image" Target="../media/image192.jpg"/><Relationship Id="rId46" Type="http://schemas.openxmlformats.org/officeDocument/2006/relationships/image" Target="../media/image200.jpg"/><Relationship Id="rId59" Type="http://schemas.openxmlformats.org/officeDocument/2006/relationships/image" Target="../media/image213.jpg"/><Relationship Id="rId67" Type="http://schemas.openxmlformats.org/officeDocument/2006/relationships/image" Target="../media/image220.jpg"/><Relationship Id="rId20" Type="http://schemas.openxmlformats.org/officeDocument/2006/relationships/image" Target="../media/image174.jpg"/><Relationship Id="rId41" Type="http://schemas.openxmlformats.org/officeDocument/2006/relationships/image" Target="../media/image195.jpg"/><Relationship Id="rId54" Type="http://schemas.openxmlformats.org/officeDocument/2006/relationships/image" Target="../media/image208.jpg"/><Relationship Id="rId62" Type="http://schemas.openxmlformats.org/officeDocument/2006/relationships/image" Target="../media/image216.jpg"/><Relationship Id="rId70" Type="http://schemas.openxmlformats.org/officeDocument/2006/relationships/image" Target="../media/image223.jpg"/><Relationship Id="rId1" Type="http://schemas.openxmlformats.org/officeDocument/2006/relationships/slideLayout" Target="../slideLayouts/slideLayout2.xml"/><Relationship Id="rId6" Type="http://schemas.openxmlformats.org/officeDocument/2006/relationships/image" Target="../media/image163.jpg"/><Relationship Id="rId15" Type="http://schemas.openxmlformats.org/officeDocument/2006/relationships/image" Target="../media/image169.jpg"/><Relationship Id="rId23" Type="http://schemas.openxmlformats.org/officeDocument/2006/relationships/image" Target="../media/image177.jpg"/><Relationship Id="rId28" Type="http://schemas.openxmlformats.org/officeDocument/2006/relationships/image" Target="../media/image182.jpg"/><Relationship Id="rId36" Type="http://schemas.openxmlformats.org/officeDocument/2006/relationships/image" Target="../media/image190.jpg"/><Relationship Id="rId49" Type="http://schemas.openxmlformats.org/officeDocument/2006/relationships/image" Target="../media/image203.jpg"/><Relationship Id="rId57" Type="http://schemas.openxmlformats.org/officeDocument/2006/relationships/image" Target="../media/image211.jpg"/><Relationship Id="rId10" Type="http://schemas.openxmlformats.org/officeDocument/2006/relationships/image" Target="../media/image147.jpg"/><Relationship Id="rId31" Type="http://schemas.openxmlformats.org/officeDocument/2006/relationships/image" Target="../media/image185.jpg"/><Relationship Id="rId44" Type="http://schemas.openxmlformats.org/officeDocument/2006/relationships/image" Target="../media/image198.jpg"/><Relationship Id="rId52" Type="http://schemas.openxmlformats.org/officeDocument/2006/relationships/image" Target="../media/image206.jpg"/><Relationship Id="rId60" Type="http://schemas.openxmlformats.org/officeDocument/2006/relationships/image" Target="../media/image214.jpg"/><Relationship Id="rId65" Type="http://schemas.openxmlformats.org/officeDocument/2006/relationships/image" Target="../media/image218.jpg"/><Relationship Id="rId4" Type="http://schemas.openxmlformats.org/officeDocument/2006/relationships/image" Target="../media/image2.jpeg"/><Relationship Id="rId9" Type="http://schemas.openxmlformats.org/officeDocument/2006/relationships/image" Target="../media/image166.jpg"/><Relationship Id="rId13" Type="http://schemas.openxmlformats.org/officeDocument/2006/relationships/image" Target="../media/image145.jpg"/><Relationship Id="rId18" Type="http://schemas.openxmlformats.org/officeDocument/2006/relationships/image" Target="../media/image172.jpg"/><Relationship Id="rId39" Type="http://schemas.openxmlformats.org/officeDocument/2006/relationships/image" Target="../media/image193.jpg"/><Relationship Id="rId34" Type="http://schemas.openxmlformats.org/officeDocument/2006/relationships/image" Target="../media/image188.jpg"/><Relationship Id="rId50" Type="http://schemas.openxmlformats.org/officeDocument/2006/relationships/image" Target="../media/image204.jpg"/><Relationship Id="rId55" Type="http://schemas.openxmlformats.org/officeDocument/2006/relationships/image" Target="../media/image209.jp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doi.org/10.16383/j.aas.c190763"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5568" y="0"/>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15" name="文本框 14">
            <a:extLst>
              <a:ext uri="{FF2B5EF4-FFF2-40B4-BE49-F238E27FC236}">
                <a16:creationId xmlns:a16="http://schemas.microsoft.com/office/drawing/2014/main" id="{F9FE9564-D135-4923-B799-6A4E68547E32}"/>
              </a:ext>
            </a:extLst>
          </p:cNvPr>
          <p:cNvSpPr txBox="1"/>
          <p:nvPr/>
        </p:nvSpPr>
        <p:spPr>
          <a:xfrm>
            <a:off x="2771312" y="1109738"/>
            <a:ext cx="6649375" cy="707886"/>
          </a:xfrm>
          <a:prstGeom prst="rect">
            <a:avLst/>
          </a:prstGeom>
          <a:noFill/>
        </p:spPr>
        <p:txBody>
          <a:bodyPr wrap="square">
            <a:spAutoFit/>
          </a:bodyPr>
          <a:lstStyle/>
          <a:p>
            <a:pPr algn="ctr"/>
            <a:r>
              <a:rPr lang="en-US" altLang="zh-CN" sz="4000" dirty="0">
                <a:latin typeface="Times New Roman" panose="02020603050405020304" pitchFamily="18" charset="0"/>
                <a:ea typeface="楷体" panose="02010609060101010101" pitchFamily="49" charset="-122"/>
                <a:cs typeface="Times New Roman" panose="02020603050405020304" pitchFamily="18" charset="0"/>
              </a:rPr>
              <a:t>2018</a:t>
            </a:r>
            <a:r>
              <a:rPr lang="zh-CN" altLang="en-US" sz="4000" dirty="0">
                <a:latin typeface="楷体" panose="02010609060101010101" pitchFamily="49" charset="-122"/>
                <a:ea typeface="楷体" panose="02010609060101010101" pitchFamily="49" charset="-122"/>
              </a:rPr>
              <a:t>级硕士毕业论文答辩</a:t>
            </a:r>
            <a:endParaRPr lang="zh-CN" altLang="en-US" sz="4000" dirty="0"/>
          </a:p>
        </p:txBody>
      </p:sp>
      <p:sp>
        <p:nvSpPr>
          <p:cNvPr id="17" name="文本框 16">
            <a:extLst>
              <a:ext uri="{FF2B5EF4-FFF2-40B4-BE49-F238E27FC236}">
                <a16:creationId xmlns:a16="http://schemas.microsoft.com/office/drawing/2014/main" id="{1460F550-B55F-4FD4-A30C-1DC5D3E2C9BC}"/>
              </a:ext>
            </a:extLst>
          </p:cNvPr>
          <p:cNvSpPr txBox="1"/>
          <p:nvPr/>
        </p:nvSpPr>
        <p:spPr>
          <a:xfrm>
            <a:off x="467557" y="2577784"/>
            <a:ext cx="11256886" cy="923330"/>
          </a:xfrm>
          <a:prstGeom prst="rect">
            <a:avLst/>
          </a:prstGeom>
          <a:noFill/>
        </p:spPr>
        <p:txBody>
          <a:bodyPr wrap="square">
            <a:spAutoFit/>
          </a:bodyPr>
          <a:lstStyle/>
          <a:p>
            <a:pPr algn="ctr"/>
            <a:r>
              <a:rPr lang="zh-CN" altLang="en-US" sz="5400" dirty="0">
                <a:latin typeface="楷体" panose="02010609060101010101" pitchFamily="49" charset="-122"/>
                <a:ea typeface="楷体" panose="02010609060101010101" pitchFamily="49" charset="-122"/>
              </a:rPr>
              <a:t>行人重识别中的深度特征学习研究</a:t>
            </a:r>
            <a:endParaRPr lang="zh-CN" altLang="en-US" sz="5400" dirty="0"/>
          </a:p>
        </p:txBody>
      </p:sp>
      <p:sp>
        <p:nvSpPr>
          <p:cNvPr id="25" name="文本框 24">
            <a:extLst>
              <a:ext uri="{FF2B5EF4-FFF2-40B4-BE49-F238E27FC236}">
                <a16:creationId xmlns:a16="http://schemas.microsoft.com/office/drawing/2014/main" id="{24D1E5E1-4F11-46D6-B28D-FD172767672C}"/>
              </a:ext>
            </a:extLst>
          </p:cNvPr>
          <p:cNvSpPr txBox="1"/>
          <p:nvPr/>
        </p:nvSpPr>
        <p:spPr>
          <a:xfrm>
            <a:off x="3306099" y="4312703"/>
            <a:ext cx="5579802" cy="1948995"/>
          </a:xfrm>
          <a:prstGeom prst="rect">
            <a:avLst/>
          </a:prstGeom>
          <a:noFill/>
        </p:spPr>
        <p:txBody>
          <a:bodyPr wrap="square">
            <a:spAutoFit/>
          </a:bodyPr>
          <a:lstStyle/>
          <a:p>
            <a:pPr algn="ctr">
              <a:lnSpc>
                <a:spcPct val="130000"/>
              </a:lnSpc>
            </a:pPr>
            <a:r>
              <a:rPr lang="zh-CN" altLang="en-US" sz="3200" dirty="0">
                <a:latin typeface="楷体" panose="02010609060101010101" pitchFamily="49" charset="-122"/>
                <a:ea typeface="楷体" panose="02010609060101010101" pitchFamily="49" charset="-122"/>
              </a:rPr>
              <a:t>答辩人：邵晓雯</a:t>
            </a:r>
            <a:endParaRPr lang="en-US" altLang="zh-CN" sz="3200" dirty="0">
              <a:latin typeface="楷体" panose="02010609060101010101" pitchFamily="49" charset="-122"/>
              <a:ea typeface="楷体" panose="02010609060101010101" pitchFamily="49" charset="-122"/>
            </a:endParaRPr>
          </a:p>
          <a:p>
            <a:pPr algn="ctr">
              <a:lnSpc>
                <a:spcPct val="130000"/>
              </a:lnSpc>
            </a:pPr>
            <a:r>
              <a:rPr lang="zh-CN" altLang="en-US" sz="3200" dirty="0">
                <a:latin typeface="楷体" panose="02010609060101010101" pitchFamily="49" charset="-122"/>
                <a:ea typeface="楷体" panose="02010609060101010101" pitchFamily="49" charset="-122"/>
              </a:rPr>
              <a:t>指导老师：刘青山教授</a:t>
            </a:r>
            <a:r>
              <a:rPr lang="en-US" altLang="zh-CN" sz="3200" dirty="0">
                <a:latin typeface="Times New Roman" panose="02020603050405020304" pitchFamily="18" charset="0"/>
                <a:ea typeface="楷体" panose="02010609060101010101" pitchFamily="49" charset="-122"/>
                <a:cs typeface="Times New Roman" panose="02020603050405020304" pitchFamily="18" charset="0"/>
              </a:rPr>
              <a:t>2021.05.30</a:t>
            </a:r>
            <a:endParaRPr lang="zh-CN" altLang="en-US" sz="28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217906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4872000" y="387423"/>
            <a:ext cx="244800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报告提纲</a:t>
            </a:r>
            <a:endParaRPr lang="zh-CN" altLang="en-US" sz="4400" dirty="0"/>
          </a:p>
        </p:txBody>
      </p:sp>
      <p:sp>
        <p:nvSpPr>
          <p:cNvPr id="10" name="文本框 9">
            <a:extLst>
              <a:ext uri="{FF2B5EF4-FFF2-40B4-BE49-F238E27FC236}">
                <a16:creationId xmlns:a16="http://schemas.microsoft.com/office/drawing/2014/main" id="{0FF5A03C-D32D-49A7-89A1-1F8BDF1866FF}"/>
              </a:ext>
            </a:extLst>
          </p:cNvPr>
          <p:cNvSpPr txBox="1"/>
          <p:nvPr/>
        </p:nvSpPr>
        <p:spPr>
          <a:xfrm>
            <a:off x="812799" y="1471111"/>
            <a:ext cx="11101033" cy="328647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zh-CN" altLang="en-US" sz="3600" dirty="0">
                <a:latin typeface="楷体" panose="02010609060101010101" pitchFamily="49" charset="-122"/>
                <a:ea typeface="楷体" panose="02010609060101010101" pitchFamily="49" charset="-122"/>
              </a:rPr>
              <a:t>研究背景及意义</a:t>
            </a:r>
            <a:endParaRPr lang="en-US" altLang="zh-CN" sz="3600" dirty="0">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latin typeface="楷体" panose="02010609060101010101" pitchFamily="49" charset="-122"/>
                <a:ea typeface="楷体" panose="02010609060101010101" pitchFamily="49" charset="-122"/>
              </a:rPr>
              <a:t>基于卷积神经网络的属性特征学习</a:t>
            </a:r>
            <a:r>
              <a:rPr lang="zh-CN" altLang="en-US" sz="3600">
                <a:latin typeface="楷体" panose="02010609060101010101" pitchFamily="49" charset="-122"/>
                <a:ea typeface="楷体" panose="02010609060101010101" pitchFamily="49" charset="-122"/>
              </a:rPr>
              <a:t>与融合</a:t>
            </a:r>
            <a:endParaRPr lang="en-US" altLang="zh-CN" sz="3600" dirty="0">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latin typeface="楷体" panose="02010609060101010101" pitchFamily="49" charset="-122"/>
                <a:ea typeface="楷体" panose="02010609060101010101" pitchFamily="49" charset="-122"/>
              </a:rPr>
              <a:t>基于对抗学习的领域自适应特征学习</a:t>
            </a:r>
            <a:endParaRPr lang="en-US" altLang="zh-CN" sz="3600" dirty="0">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latin typeface="楷体" panose="02010609060101010101" pitchFamily="49" charset="-122"/>
                <a:ea typeface="楷体" panose="02010609060101010101" pitchFamily="49" charset="-122"/>
              </a:rPr>
              <a:t>总结与展望</a:t>
            </a:r>
          </a:p>
        </p:txBody>
      </p:sp>
    </p:spTree>
    <p:extLst>
      <p:ext uri="{BB962C8B-B14F-4D97-AF65-F5344CB8AC3E}">
        <p14:creationId xmlns:p14="http://schemas.microsoft.com/office/powerpoint/2010/main" val="55445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4872000" y="387423"/>
            <a:ext cx="244800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报告提纲</a:t>
            </a:r>
            <a:endParaRPr lang="zh-CN" altLang="en-US" sz="4400" dirty="0"/>
          </a:p>
        </p:txBody>
      </p:sp>
      <p:sp>
        <p:nvSpPr>
          <p:cNvPr id="10" name="文本框 9">
            <a:extLst>
              <a:ext uri="{FF2B5EF4-FFF2-40B4-BE49-F238E27FC236}">
                <a16:creationId xmlns:a16="http://schemas.microsoft.com/office/drawing/2014/main" id="{0FF5A03C-D32D-49A7-89A1-1F8BDF1866FF}"/>
              </a:ext>
            </a:extLst>
          </p:cNvPr>
          <p:cNvSpPr txBox="1"/>
          <p:nvPr/>
        </p:nvSpPr>
        <p:spPr>
          <a:xfrm>
            <a:off x="812799" y="1471111"/>
            <a:ext cx="11101033" cy="328647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zh-CN" altLang="en-US" sz="3600" dirty="0">
                <a:latin typeface="楷体" panose="02010609060101010101" pitchFamily="49" charset="-122"/>
                <a:ea typeface="楷体" panose="02010609060101010101" pitchFamily="49" charset="-122"/>
              </a:rPr>
              <a:t>研究背景及意义</a:t>
            </a:r>
            <a:endParaRPr lang="en-US" altLang="zh-CN" sz="3600" dirty="0">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solidFill>
                  <a:schemeClr val="bg1">
                    <a:lumMod val="75000"/>
                  </a:schemeClr>
                </a:solidFill>
                <a:latin typeface="楷体" panose="02010609060101010101" pitchFamily="49" charset="-122"/>
                <a:ea typeface="楷体" panose="02010609060101010101" pitchFamily="49" charset="-122"/>
              </a:rPr>
              <a:t>基于卷积神经网络的属性特征学习与融合</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solidFill>
                  <a:schemeClr val="bg1">
                    <a:lumMod val="75000"/>
                  </a:schemeClr>
                </a:solidFill>
                <a:latin typeface="楷体" panose="02010609060101010101" pitchFamily="49" charset="-122"/>
                <a:ea typeface="楷体" panose="02010609060101010101" pitchFamily="49" charset="-122"/>
              </a:rPr>
              <a:t>基于对抗学习的领域自适应特征学习</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solidFill>
                  <a:schemeClr val="bg1">
                    <a:lumMod val="75000"/>
                  </a:schemeClr>
                </a:solidFill>
                <a:latin typeface="楷体" panose="02010609060101010101" pitchFamily="49" charset="-122"/>
                <a:ea typeface="楷体" panose="02010609060101010101" pitchFamily="49" charset="-122"/>
              </a:rPr>
              <a:t>总结与展望</a:t>
            </a:r>
          </a:p>
        </p:txBody>
      </p:sp>
    </p:spTree>
    <p:extLst>
      <p:ext uri="{BB962C8B-B14F-4D97-AF65-F5344CB8AC3E}">
        <p14:creationId xmlns:p14="http://schemas.microsoft.com/office/powerpoint/2010/main" val="2127825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604800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行人重识别定义及应用</a:t>
            </a:r>
          </a:p>
        </p:txBody>
      </p:sp>
      <p:sp>
        <p:nvSpPr>
          <p:cNvPr id="12" name="文本框 11">
            <a:extLst>
              <a:ext uri="{FF2B5EF4-FFF2-40B4-BE49-F238E27FC236}">
                <a16:creationId xmlns:a16="http://schemas.microsoft.com/office/drawing/2014/main" id="{E99C1B22-C8D0-4CFB-B748-9EE764BBCBD1}"/>
              </a:ext>
            </a:extLst>
          </p:cNvPr>
          <p:cNvSpPr txBox="1"/>
          <p:nvPr/>
        </p:nvSpPr>
        <p:spPr>
          <a:xfrm>
            <a:off x="887165" y="1360435"/>
            <a:ext cx="9778471" cy="984500"/>
          </a:xfrm>
          <a:prstGeom prst="rect">
            <a:avLst/>
          </a:prstGeom>
          <a:noFill/>
        </p:spPr>
        <p:txBody>
          <a:bodyPr wrap="square">
            <a:spAutoFit/>
          </a:bodyPr>
          <a:lstStyle/>
          <a:p>
            <a:pPr>
              <a:lnSpc>
                <a:spcPct val="130000"/>
              </a:lnSpc>
            </a:pPr>
            <a:r>
              <a:rPr lang="zh-CN" altLang="en-US" sz="2400" b="1" dirty="0">
                <a:latin typeface="楷体" panose="02010609060101010101" pitchFamily="49" charset="-122"/>
                <a:ea typeface="楷体" panose="02010609060101010101" pitchFamily="49" charset="-122"/>
              </a:rPr>
              <a:t>定义：</a:t>
            </a:r>
            <a:r>
              <a:rPr lang="zh-CN" altLang="en-US" sz="2400" dirty="0">
                <a:latin typeface="楷体" panose="02010609060101010101" pitchFamily="49" charset="-122"/>
                <a:ea typeface="楷体" panose="02010609060101010101" pitchFamily="49" charset="-122"/>
              </a:rPr>
              <a:t>跨监控设备下的行人检索问题。给定一张行人图片，用来在其他</a:t>
            </a:r>
            <a:endParaRPr lang="en-US" altLang="zh-CN" sz="2400" dirty="0">
              <a:latin typeface="楷体" panose="02010609060101010101" pitchFamily="49" charset="-122"/>
              <a:ea typeface="楷体" panose="02010609060101010101" pitchFamily="49" charset="-122"/>
            </a:endParaRPr>
          </a:p>
          <a:p>
            <a:pPr>
              <a:lnSpc>
                <a:spcPct val="130000"/>
              </a:lnSpc>
            </a:pP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摄像头拍摄的大型图片库中找出该行人。</a:t>
            </a:r>
            <a:endParaRPr lang="en-US" altLang="zh-CN" sz="800" dirty="0">
              <a:latin typeface="楷体" panose="02010609060101010101" pitchFamily="49" charset="-122"/>
              <a:ea typeface="楷体" panose="02010609060101010101" pitchFamily="49" charset="-122"/>
            </a:endParaRPr>
          </a:p>
        </p:txBody>
      </p:sp>
      <p:grpSp>
        <p:nvGrpSpPr>
          <p:cNvPr id="2" name="组合 1">
            <a:extLst>
              <a:ext uri="{FF2B5EF4-FFF2-40B4-BE49-F238E27FC236}">
                <a16:creationId xmlns:a16="http://schemas.microsoft.com/office/drawing/2014/main" id="{52C2D485-3CAA-4BA2-BAD2-8F529235DFAE}"/>
              </a:ext>
            </a:extLst>
          </p:cNvPr>
          <p:cNvGrpSpPr/>
          <p:nvPr/>
        </p:nvGrpSpPr>
        <p:grpSpPr>
          <a:xfrm>
            <a:off x="2054240" y="3253941"/>
            <a:ext cx="8083520" cy="3210663"/>
            <a:chOff x="3081263" y="3409914"/>
            <a:chExt cx="8083520" cy="3210663"/>
          </a:xfrm>
        </p:grpSpPr>
        <p:pic>
          <p:nvPicPr>
            <p:cNvPr id="13" name="图片 12">
              <a:extLst>
                <a:ext uri="{FF2B5EF4-FFF2-40B4-BE49-F238E27FC236}">
                  <a16:creationId xmlns:a16="http://schemas.microsoft.com/office/drawing/2014/main" id="{1BF5DA9B-852E-4760-93D1-7B59AFADC904}"/>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3373854" y="4405193"/>
              <a:ext cx="453743" cy="907485"/>
            </a:xfrm>
            <a:prstGeom prst="rect">
              <a:avLst/>
            </a:prstGeom>
          </p:spPr>
        </p:pic>
        <p:pic>
          <p:nvPicPr>
            <p:cNvPr id="14" name="图片 13">
              <a:extLst>
                <a:ext uri="{FF2B5EF4-FFF2-40B4-BE49-F238E27FC236}">
                  <a16:creationId xmlns:a16="http://schemas.microsoft.com/office/drawing/2014/main" id="{A06A3372-CBD6-44B8-9D22-F244BB769731}"/>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10243573" y="4405193"/>
              <a:ext cx="453743" cy="907485"/>
            </a:xfrm>
            <a:prstGeom prst="rect">
              <a:avLst/>
            </a:prstGeom>
          </p:spPr>
        </p:pic>
        <p:pic>
          <p:nvPicPr>
            <p:cNvPr id="15" name="图片 14">
              <a:extLst>
                <a:ext uri="{FF2B5EF4-FFF2-40B4-BE49-F238E27FC236}">
                  <a16:creationId xmlns:a16="http://schemas.microsoft.com/office/drawing/2014/main" id="{1A1D2A50-BB9F-4807-9E0E-3618BA57282C}"/>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8373704" y="4405193"/>
              <a:ext cx="453743" cy="907485"/>
            </a:xfrm>
            <a:prstGeom prst="rect">
              <a:avLst/>
            </a:prstGeom>
          </p:spPr>
        </p:pic>
        <p:pic>
          <p:nvPicPr>
            <p:cNvPr id="16" name="图片 15">
              <a:extLst>
                <a:ext uri="{FF2B5EF4-FFF2-40B4-BE49-F238E27FC236}">
                  <a16:creationId xmlns:a16="http://schemas.microsoft.com/office/drawing/2014/main" id="{682BF1FB-4A08-4471-8846-00AA695C412D}"/>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10711040" y="4405193"/>
              <a:ext cx="453743" cy="907485"/>
            </a:xfrm>
            <a:prstGeom prst="rect">
              <a:avLst/>
            </a:prstGeom>
          </p:spPr>
        </p:pic>
        <p:pic>
          <p:nvPicPr>
            <p:cNvPr id="17" name="图片 16">
              <a:extLst>
                <a:ext uri="{FF2B5EF4-FFF2-40B4-BE49-F238E27FC236}">
                  <a16:creationId xmlns:a16="http://schemas.microsoft.com/office/drawing/2014/main" id="{C3FFEB8A-C889-4C48-BA0F-0270146DD6DE}"/>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9776106" y="4405193"/>
              <a:ext cx="453743" cy="907485"/>
            </a:xfrm>
            <a:prstGeom prst="rect">
              <a:avLst/>
            </a:prstGeom>
          </p:spPr>
        </p:pic>
        <p:pic>
          <p:nvPicPr>
            <p:cNvPr id="18" name="图片 17">
              <a:extLst>
                <a:ext uri="{FF2B5EF4-FFF2-40B4-BE49-F238E27FC236}">
                  <a16:creationId xmlns:a16="http://schemas.microsoft.com/office/drawing/2014/main" id="{A11C90E2-D3AF-45E7-8CFA-BE58F1A579B7}"/>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9308638" y="4405193"/>
              <a:ext cx="453743" cy="907485"/>
            </a:xfrm>
            <a:prstGeom prst="rect">
              <a:avLst/>
            </a:prstGeom>
          </p:spPr>
        </p:pic>
        <p:pic>
          <p:nvPicPr>
            <p:cNvPr id="19" name="图片 18">
              <a:extLst>
                <a:ext uri="{FF2B5EF4-FFF2-40B4-BE49-F238E27FC236}">
                  <a16:creationId xmlns:a16="http://schemas.microsoft.com/office/drawing/2014/main" id="{52433C15-FDCB-46D4-AF35-491C39F711D6}"/>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7906237" y="4405193"/>
              <a:ext cx="453743" cy="907485"/>
            </a:xfrm>
            <a:prstGeom prst="rect">
              <a:avLst/>
            </a:prstGeom>
          </p:spPr>
        </p:pic>
        <p:pic>
          <p:nvPicPr>
            <p:cNvPr id="20" name="图片 19">
              <a:extLst>
                <a:ext uri="{FF2B5EF4-FFF2-40B4-BE49-F238E27FC236}">
                  <a16:creationId xmlns:a16="http://schemas.microsoft.com/office/drawing/2014/main" id="{9D939FA0-CD47-40A6-962F-81AF37B67CB0}"/>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8841171" y="4405193"/>
              <a:ext cx="453743" cy="907485"/>
            </a:xfrm>
            <a:prstGeom prst="rect">
              <a:avLst/>
            </a:prstGeom>
          </p:spPr>
        </p:pic>
        <p:pic>
          <p:nvPicPr>
            <p:cNvPr id="21" name="图片 20">
              <a:extLst>
                <a:ext uri="{FF2B5EF4-FFF2-40B4-BE49-F238E27FC236}">
                  <a16:creationId xmlns:a16="http://schemas.microsoft.com/office/drawing/2014/main" id="{82EA02F0-20F7-4343-833C-F178886924F7}"/>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6571982" y="3748518"/>
              <a:ext cx="453743" cy="907485"/>
            </a:xfrm>
            <a:prstGeom prst="rect">
              <a:avLst/>
            </a:prstGeom>
          </p:spPr>
        </p:pic>
        <p:pic>
          <p:nvPicPr>
            <p:cNvPr id="22" name="图片 21">
              <a:extLst>
                <a:ext uri="{FF2B5EF4-FFF2-40B4-BE49-F238E27FC236}">
                  <a16:creationId xmlns:a16="http://schemas.microsoft.com/office/drawing/2014/main" id="{649195F8-FF47-4A7E-8F1C-19229A62D2B7}"/>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4727189" y="3646596"/>
              <a:ext cx="453743" cy="907485"/>
            </a:xfrm>
            <a:prstGeom prst="rect">
              <a:avLst/>
            </a:prstGeom>
          </p:spPr>
        </p:pic>
        <p:pic>
          <p:nvPicPr>
            <p:cNvPr id="23" name="图片 22">
              <a:extLst>
                <a:ext uri="{FF2B5EF4-FFF2-40B4-BE49-F238E27FC236}">
                  <a16:creationId xmlns:a16="http://schemas.microsoft.com/office/drawing/2014/main" id="{9CC98409-642D-406F-A839-E421536F9EEE}"/>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5921208" y="3529986"/>
              <a:ext cx="453743" cy="907485"/>
            </a:xfrm>
            <a:prstGeom prst="rect">
              <a:avLst/>
            </a:prstGeom>
          </p:spPr>
        </p:pic>
        <p:pic>
          <p:nvPicPr>
            <p:cNvPr id="24" name="图片 23">
              <a:extLst>
                <a:ext uri="{FF2B5EF4-FFF2-40B4-BE49-F238E27FC236}">
                  <a16:creationId xmlns:a16="http://schemas.microsoft.com/office/drawing/2014/main" id="{016939C9-07EF-47E5-B424-DEE693BBBB97}"/>
                </a:ext>
              </a:extLst>
            </p:cNvPr>
            <p:cNvPicPr>
              <a:picLocks/>
            </p:cNvPicPr>
            <p:nvPr/>
          </p:nvPicPr>
          <p:blipFill>
            <a:blip r:embed="rId16">
              <a:extLst>
                <a:ext uri="{28A0092B-C50C-407E-A947-70E740481C1C}">
                  <a14:useLocalDpi xmlns:a14="http://schemas.microsoft.com/office/drawing/2010/main" val="0"/>
                </a:ext>
              </a:extLst>
            </a:blip>
            <a:stretch>
              <a:fillRect/>
            </a:stretch>
          </p:blipFill>
          <p:spPr>
            <a:xfrm>
              <a:off x="5292606" y="3462670"/>
              <a:ext cx="453743" cy="907485"/>
            </a:xfrm>
            <a:prstGeom prst="rect">
              <a:avLst/>
            </a:prstGeom>
          </p:spPr>
        </p:pic>
        <p:pic>
          <p:nvPicPr>
            <p:cNvPr id="25" name="图片 24">
              <a:extLst>
                <a:ext uri="{FF2B5EF4-FFF2-40B4-BE49-F238E27FC236}">
                  <a16:creationId xmlns:a16="http://schemas.microsoft.com/office/drawing/2014/main" id="{F560142D-BA2A-427A-A3E1-F28BE0A8389A}"/>
                </a:ext>
              </a:extLst>
            </p:cNvPr>
            <p:cNvPicPr>
              <a:picLocks/>
            </p:cNvPicPr>
            <p:nvPr/>
          </p:nvPicPr>
          <p:blipFill>
            <a:blip r:embed="rId17">
              <a:extLst>
                <a:ext uri="{28A0092B-C50C-407E-A947-70E740481C1C}">
                  <a14:useLocalDpi xmlns:a14="http://schemas.microsoft.com/office/drawing/2010/main" val="0"/>
                </a:ext>
              </a:extLst>
            </a:blip>
            <a:stretch>
              <a:fillRect/>
            </a:stretch>
          </p:blipFill>
          <p:spPr>
            <a:xfrm>
              <a:off x="6552692" y="4862934"/>
              <a:ext cx="453743" cy="907485"/>
            </a:xfrm>
            <a:prstGeom prst="rect">
              <a:avLst/>
            </a:prstGeom>
          </p:spPr>
        </p:pic>
        <p:pic>
          <p:nvPicPr>
            <p:cNvPr id="26" name="图片 25">
              <a:extLst>
                <a:ext uri="{FF2B5EF4-FFF2-40B4-BE49-F238E27FC236}">
                  <a16:creationId xmlns:a16="http://schemas.microsoft.com/office/drawing/2014/main" id="{CD6861FE-DAF7-40DE-A2E8-3FA562441600}"/>
                </a:ext>
              </a:extLst>
            </p:cNvPr>
            <p:cNvPicPr>
              <a:picLocks/>
            </p:cNvPicPr>
            <p:nvPr/>
          </p:nvPicPr>
          <p:blipFill>
            <a:blip r:embed="rId18">
              <a:extLst>
                <a:ext uri="{28A0092B-C50C-407E-A947-70E740481C1C}">
                  <a14:useLocalDpi xmlns:a14="http://schemas.microsoft.com/office/drawing/2010/main" val="0"/>
                </a:ext>
              </a:extLst>
            </a:blip>
            <a:stretch>
              <a:fillRect/>
            </a:stretch>
          </p:blipFill>
          <p:spPr>
            <a:xfrm>
              <a:off x="5492970" y="4506316"/>
              <a:ext cx="453743" cy="907485"/>
            </a:xfrm>
            <a:prstGeom prst="rect">
              <a:avLst/>
            </a:prstGeom>
          </p:spPr>
        </p:pic>
        <p:pic>
          <p:nvPicPr>
            <p:cNvPr id="27" name="图片 26">
              <a:extLst>
                <a:ext uri="{FF2B5EF4-FFF2-40B4-BE49-F238E27FC236}">
                  <a16:creationId xmlns:a16="http://schemas.microsoft.com/office/drawing/2014/main" id="{F2A3FB1D-1964-4A37-86EE-208CE1012346}"/>
                </a:ext>
              </a:extLst>
            </p:cNvPr>
            <p:cNvPicPr>
              <a:picLocks/>
            </p:cNvPicPr>
            <p:nvPr/>
          </p:nvPicPr>
          <p:blipFill>
            <a:blip r:embed="rId19">
              <a:extLst>
                <a:ext uri="{28A0092B-C50C-407E-A947-70E740481C1C}">
                  <a14:useLocalDpi xmlns:a14="http://schemas.microsoft.com/office/drawing/2010/main" val="0"/>
                </a:ext>
              </a:extLst>
            </a:blip>
            <a:stretch>
              <a:fillRect/>
            </a:stretch>
          </p:blipFill>
          <p:spPr>
            <a:xfrm>
              <a:off x="4767254" y="4656003"/>
              <a:ext cx="453743" cy="907485"/>
            </a:xfrm>
            <a:prstGeom prst="rect">
              <a:avLst/>
            </a:prstGeom>
          </p:spPr>
        </p:pic>
        <p:pic>
          <p:nvPicPr>
            <p:cNvPr id="28" name="图片 27">
              <a:extLst>
                <a:ext uri="{FF2B5EF4-FFF2-40B4-BE49-F238E27FC236}">
                  <a16:creationId xmlns:a16="http://schemas.microsoft.com/office/drawing/2014/main" id="{8D783142-6A99-45C5-A53C-8ED565B30442}"/>
                </a:ext>
              </a:extLst>
            </p:cNvPr>
            <p:cNvPicPr>
              <a:picLocks/>
            </p:cNvPicPr>
            <p:nvPr/>
          </p:nvPicPr>
          <p:blipFill>
            <a:blip r:embed="rId20">
              <a:extLst>
                <a:ext uri="{28A0092B-C50C-407E-A947-70E740481C1C}">
                  <a14:useLocalDpi xmlns:a14="http://schemas.microsoft.com/office/drawing/2010/main" val="0"/>
                </a:ext>
              </a:extLst>
            </a:blip>
            <a:stretch>
              <a:fillRect/>
            </a:stretch>
          </p:blipFill>
          <p:spPr>
            <a:xfrm>
              <a:off x="6029674" y="4451325"/>
              <a:ext cx="453743" cy="907485"/>
            </a:xfrm>
            <a:prstGeom prst="rect">
              <a:avLst/>
            </a:prstGeom>
          </p:spPr>
        </p:pic>
        <p:pic>
          <p:nvPicPr>
            <p:cNvPr id="29" name="图片 28">
              <a:extLst>
                <a:ext uri="{FF2B5EF4-FFF2-40B4-BE49-F238E27FC236}">
                  <a16:creationId xmlns:a16="http://schemas.microsoft.com/office/drawing/2014/main" id="{A973E714-7795-4DE3-869E-F96AE63EEEF3}"/>
                </a:ext>
              </a:extLst>
            </p:cNvPr>
            <p:cNvPicPr>
              <a:picLocks/>
            </p:cNvPicPr>
            <p:nvPr/>
          </p:nvPicPr>
          <p:blipFill>
            <a:blip r:embed="rId21">
              <a:extLst>
                <a:ext uri="{28A0092B-C50C-407E-A947-70E740481C1C}">
                  <a14:useLocalDpi xmlns:a14="http://schemas.microsoft.com/office/drawing/2010/main" val="0"/>
                </a:ext>
              </a:extLst>
            </a:blip>
            <a:stretch>
              <a:fillRect/>
            </a:stretch>
          </p:blipFill>
          <p:spPr>
            <a:xfrm>
              <a:off x="5114060" y="5299679"/>
              <a:ext cx="453743" cy="907485"/>
            </a:xfrm>
            <a:prstGeom prst="rect">
              <a:avLst/>
            </a:prstGeom>
          </p:spPr>
        </p:pic>
        <p:sp>
          <p:nvSpPr>
            <p:cNvPr id="30" name="矩形: 圆角 29">
              <a:extLst>
                <a:ext uri="{FF2B5EF4-FFF2-40B4-BE49-F238E27FC236}">
                  <a16:creationId xmlns:a16="http://schemas.microsoft.com/office/drawing/2014/main" id="{399AD961-953C-4C0D-8B38-7A85E90AD4EB}"/>
                </a:ext>
              </a:extLst>
            </p:cNvPr>
            <p:cNvSpPr/>
            <p:nvPr/>
          </p:nvSpPr>
          <p:spPr>
            <a:xfrm>
              <a:off x="4594357" y="3409914"/>
              <a:ext cx="2545120" cy="2898043"/>
            </a:xfrm>
            <a:prstGeom prst="roundRect">
              <a:avLst/>
            </a:prstGeom>
            <a:noFill/>
            <a:ln>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1" name="图片 30">
              <a:extLst>
                <a:ext uri="{FF2B5EF4-FFF2-40B4-BE49-F238E27FC236}">
                  <a16:creationId xmlns:a16="http://schemas.microsoft.com/office/drawing/2014/main" id="{AD7DC933-C39A-4082-8589-B697B3ADFBB5}"/>
                </a:ext>
              </a:extLst>
            </p:cNvPr>
            <p:cNvPicPr>
              <a:picLocks/>
            </p:cNvPicPr>
            <p:nvPr/>
          </p:nvPicPr>
          <p:blipFill>
            <a:blip r:embed="rId22">
              <a:extLst>
                <a:ext uri="{28A0092B-C50C-407E-A947-70E740481C1C}">
                  <a14:useLocalDpi xmlns:a14="http://schemas.microsoft.com/office/drawing/2010/main" val="0"/>
                </a:ext>
              </a:extLst>
            </a:blip>
            <a:stretch>
              <a:fillRect/>
            </a:stretch>
          </p:blipFill>
          <p:spPr>
            <a:xfrm>
              <a:off x="5881224" y="5336055"/>
              <a:ext cx="453743" cy="907485"/>
            </a:xfrm>
            <a:prstGeom prst="rect">
              <a:avLst/>
            </a:prstGeom>
          </p:spPr>
        </p:pic>
        <p:sp>
          <p:nvSpPr>
            <p:cNvPr id="32" name="箭头: 右 31">
              <a:extLst>
                <a:ext uri="{FF2B5EF4-FFF2-40B4-BE49-F238E27FC236}">
                  <a16:creationId xmlns:a16="http://schemas.microsoft.com/office/drawing/2014/main" id="{01BC3D83-C1F1-4FF7-BC58-FFDD5BD055DE}"/>
                </a:ext>
              </a:extLst>
            </p:cNvPr>
            <p:cNvSpPr/>
            <p:nvPr/>
          </p:nvSpPr>
          <p:spPr>
            <a:xfrm>
              <a:off x="3984105" y="4720470"/>
              <a:ext cx="453743" cy="276932"/>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箭头: 右 32">
              <a:extLst>
                <a:ext uri="{FF2B5EF4-FFF2-40B4-BE49-F238E27FC236}">
                  <a16:creationId xmlns:a16="http://schemas.microsoft.com/office/drawing/2014/main" id="{0A7DC69A-006D-441E-B2A4-E2D1A00BBAD4}"/>
                </a:ext>
              </a:extLst>
            </p:cNvPr>
            <p:cNvSpPr/>
            <p:nvPr/>
          </p:nvSpPr>
          <p:spPr>
            <a:xfrm>
              <a:off x="7295985" y="4720470"/>
              <a:ext cx="453743" cy="276932"/>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134D6DF9-F3DF-4C4E-8169-F9C20B379D42}"/>
                </a:ext>
              </a:extLst>
            </p:cNvPr>
            <p:cNvSpPr txBox="1"/>
            <p:nvPr/>
          </p:nvSpPr>
          <p:spPr>
            <a:xfrm>
              <a:off x="3081263" y="5317977"/>
              <a:ext cx="1044000" cy="292388"/>
            </a:xfrm>
            <a:prstGeom prst="rect">
              <a:avLst/>
            </a:prstGeom>
            <a:noFill/>
          </p:spPr>
          <p:txBody>
            <a:bodyPr wrap="square">
              <a:spAutoFit/>
            </a:bodyPr>
            <a:lstStyle/>
            <a:p>
              <a:pPr algn="ctr"/>
              <a:r>
                <a:rPr lang="zh-CN" altLang="en-US" sz="1300" dirty="0">
                  <a:effectLst/>
                  <a:latin typeface="Times New Roman" panose="02020603050405020304" pitchFamily="18" charset="0"/>
                  <a:ea typeface="宋体" panose="02010600030101010101" pitchFamily="2" charset="-122"/>
                </a:rPr>
                <a:t>待检索图片</a:t>
              </a:r>
              <a:endParaRPr lang="zh-CN" altLang="en-US" sz="1300" dirty="0"/>
            </a:p>
          </p:txBody>
        </p:sp>
        <p:sp>
          <p:nvSpPr>
            <p:cNvPr id="35" name="文本框 34">
              <a:extLst>
                <a:ext uri="{FF2B5EF4-FFF2-40B4-BE49-F238E27FC236}">
                  <a16:creationId xmlns:a16="http://schemas.microsoft.com/office/drawing/2014/main" id="{4D5268AD-447E-4C57-ACA4-B1C8B35A12F1}"/>
                </a:ext>
              </a:extLst>
            </p:cNvPr>
            <p:cNvSpPr txBox="1"/>
            <p:nvPr/>
          </p:nvSpPr>
          <p:spPr>
            <a:xfrm>
              <a:off x="5523329" y="6328189"/>
              <a:ext cx="684000" cy="292388"/>
            </a:xfrm>
            <a:prstGeom prst="rect">
              <a:avLst/>
            </a:prstGeom>
            <a:noFill/>
          </p:spPr>
          <p:txBody>
            <a:bodyPr wrap="square">
              <a:spAutoFit/>
            </a:bodyPr>
            <a:lstStyle/>
            <a:p>
              <a:pPr algn="ctr"/>
              <a:r>
                <a:rPr lang="zh-CN" altLang="en-US" sz="1300" dirty="0">
                  <a:latin typeface="Times New Roman" panose="02020603050405020304" pitchFamily="18" charset="0"/>
                  <a:ea typeface="宋体" panose="02010600030101010101" pitchFamily="2" charset="-122"/>
                </a:rPr>
                <a:t>搜</a:t>
              </a:r>
              <a:r>
                <a:rPr lang="zh-CN" altLang="en-US" sz="1300" dirty="0">
                  <a:effectLst/>
                  <a:latin typeface="Times New Roman" panose="02020603050405020304" pitchFamily="18" charset="0"/>
                  <a:ea typeface="宋体" panose="02010600030101010101" pitchFamily="2" charset="-122"/>
                </a:rPr>
                <a:t>索库</a:t>
              </a:r>
              <a:endParaRPr lang="zh-CN" altLang="en-US" sz="1300" dirty="0"/>
            </a:p>
          </p:txBody>
        </p:sp>
      </p:grpSp>
      <p:sp>
        <p:nvSpPr>
          <p:cNvPr id="36" name="文本框 35">
            <a:extLst>
              <a:ext uri="{FF2B5EF4-FFF2-40B4-BE49-F238E27FC236}">
                <a16:creationId xmlns:a16="http://schemas.microsoft.com/office/drawing/2014/main" id="{8497C843-64ED-4006-A652-9990E3ACC674}"/>
              </a:ext>
            </a:extLst>
          </p:cNvPr>
          <p:cNvSpPr txBox="1"/>
          <p:nvPr/>
        </p:nvSpPr>
        <p:spPr>
          <a:xfrm>
            <a:off x="887165" y="2427288"/>
            <a:ext cx="9778471" cy="504369"/>
          </a:xfrm>
          <a:prstGeom prst="rect">
            <a:avLst/>
          </a:prstGeom>
          <a:noFill/>
        </p:spPr>
        <p:txBody>
          <a:bodyPr wrap="square">
            <a:spAutoFit/>
          </a:bodyPr>
          <a:lstStyle/>
          <a:p>
            <a:pPr>
              <a:lnSpc>
                <a:spcPct val="130000"/>
              </a:lnSpc>
            </a:pPr>
            <a:r>
              <a:rPr lang="zh-CN" altLang="en-US" sz="2400" b="1" dirty="0">
                <a:latin typeface="楷体" panose="02010609060101010101" pitchFamily="49" charset="-122"/>
                <a:ea typeface="楷体" panose="02010609060101010101" pitchFamily="49" charset="-122"/>
              </a:rPr>
              <a:t>应用：</a:t>
            </a:r>
            <a:r>
              <a:rPr lang="zh-CN" altLang="en-US" sz="2400" dirty="0">
                <a:latin typeface="楷体" panose="02010609060101010101" pitchFamily="49" charset="-122"/>
                <a:ea typeface="楷体" panose="02010609060101010101" pitchFamily="49" charset="-122"/>
              </a:rPr>
              <a:t>公共安全、智能安防、智能商业、交通管理等。</a:t>
            </a:r>
            <a:endParaRPr lang="en-US" altLang="zh-CN"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281526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410400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技术挑战</a:t>
            </a:r>
          </a:p>
        </p:txBody>
      </p:sp>
      <p:grpSp>
        <p:nvGrpSpPr>
          <p:cNvPr id="19" name="组合 18">
            <a:extLst>
              <a:ext uri="{FF2B5EF4-FFF2-40B4-BE49-F238E27FC236}">
                <a16:creationId xmlns:a16="http://schemas.microsoft.com/office/drawing/2014/main" id="{493E09FC-76C4-4951-831A-4DCB086379A2}"/>
              </a:ext>
            </a:extLst>
          </p:cNvPr>
          <p:cNvGrpSpPr/>
          <p:nvPr/>
        </p:nvGrpSpPr>
        <p:grpSpPr>
          <a:xfrm>
            <a:off x="8618197" y="1466264"/>
            <a:ext cx="1861741" cy="1800000"/>
            <a:chOff x="4619573" y="2160362"/>
            <a:chExt cx="1861741" cy="1800000"/>
          </a:xfrm>
        </p:grpSpPr>
        <p:pic>
          <p:nvPicPr>
            <p:cNvPr id="71" name="图片 70" descr="人在路上&#10;&#10;描述已自动生成">
              <a:extLst>
                <a:ext uri="{FF2B5EF4-FFF2-40B4-BE49-F238E27FC236}">
                  <a16:creationId xmlns:a16="http://schemas.microsoft.com/office/drawing/2014/main" id="{8B4216D3-7129-4F14-93B0-2D0ADA13C8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9573" y="2160362"/>
              <a:ext cx="900000" cy="1800000"/>
            </a:xfrm>
            <a:prstGeom prst="rect">
              <a:avLst/>
            </a:prstGeom>
          </p:spPr>
        </p:pic>
        <p:pic>
          <p:nvPicPr>
            <p:cNvPr id="72" name="图片 71" descr="模糊的人&#10;&#10;描述已自动生成">
              <a:extLst>
                <a:ext uri="{FF2B5EF4-FFF2-40B4-BE49-F238E27FC236}">
                  <a16:creationId xmlns:a16="http://schemas.microsoft.com/office/drawing/2014/main" id="{FB1CA571-B81C-4170-92AA-310B84D8E23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81314" y="2160362"/>
              <a:ext cx="900000" cy="1800000"/>
            </a:xfrm>
            <a:prstGeom prst="rect">
              <a:avLst/>
            </a:prstGeom>
          </p:spPr>
        </p:pic>
      </p:grpSp>
      <p:grpSp>
        <p:nvGrpSpPr>
          <p:cNvPr id="21" name="组合 20">
            <a:extLst>
              <a:ext uri="{FF2B5EF4-FFF2-40B4-BE49-F238E27FC236}">
                <a16:creationId xmlns:a16="http://schemas.microsoft.com/office/drawing/2014/main" id="{A8562F11-B2D2-4DF4-B26C-8703E80F3897}"/>
              </a:ext>
            </a:extLst>
          </p:cNvPr>
          <p:cNvGrpSpPr/>
          <p:nvPr/>
        </p:nvGrpSpPr>
        <p:grpSpPr>
          <a:xfrm>
            <a:off x="6256859" y="1466264"/>
            <a:ext cx="1861741" cy="1800000"/>
            <a:chOff x="2696091" y="2160362"/>
            <a:chExt cx="1861741" cy="1800000"/>
          </a:xfrm>
        </p:grpSpPr>
        <p:pic>
          <p:nvPicPr>
            <p:cNvPr id="69" name="图片 68" descr="图片包含 乐器, 男人, 模糊, 躺&#10;&#10;描述已自动生成">
              <a:extLst>
                <a:ext uri="{FF2B5EF4-FFF2-40B4-BE49-F238E27FC236}">
                  <a16:creationId xmlns:a16="http://schemas.microsoft.com/office/drawing/2014/main" id="{EF2C5135-140D-402C-94CF-CA00C80F1B2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696091" y="2160362"/>
              <a:ext cx="900000" cy="1800000"/>
            </a:xfrm>
            <a:prstGeom prst="rect">
              <a:avLst/>
            </a:prstGeom>
          </p:spPr>
        </p:pic>
        <p:pic>
          <p:nvPicPr>
            <p:cNvPr id="70" name="图片 69">
              <a:extLst>
                <a:ext uri="{FF2B5EF4-FFF2-40B4-BE49-F238E27FC236}">
                  <a16:creationId xmlns:a16="http://schemas.microsoft.com/office/drawing/2014/main" id="{700B2050-39E4-4B11-90D7-FA869CEB2F6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57832" y="2160362"/>
              <a:ext cx="900000" cy="1800000"/>
            </a:xfrm>
            <a:prstGeom prst="rect">
              <a:avLst/>
            </a:prstGeom>
          </p:spPr>
        </p:pic>
      </p:grpSp>
      <p:grpSp>
        <p:nvGrpSpPr>
          <p:cNvPr id="22" name="组合 21">
            <a:extLst>
              <a:ext uri="{FF2B5EF4-FFF2-40B4-BE49-F238E27FC236}">
                <a16:creationId xmlns:a16="http://schemas.microsoft.com/office/drawing/2014/main" id="{88E0FE5F-DA7B-48EC-ABE9-07E1CA44CB65}"/>
              </a:ext>
            </a:extLst>
          </p:cNvPr>
          <p:cNvGrpSpPr/>
          <p:nvPr/>
        </p:nvGrpSpPr>
        <p:grpSpPr>
          <a:xfrm>
            <a:off x="3895522" y="1466264"/>
            <a:ext cx="1861741" cy="1800000"/>
            <a:chOff x="772609" y="2160362"/>
            <a:chExt cx="1861741" cy="1800000"/>
          </a:xfrm>
        </p:grpSpPr>
        <p:pic>
          <p:nvPicPr>
            <p:cNvPr id="67" name="图片 66" descr="人的脸&#10;&#10;低可信度描述已自动生成">
              <a:extLst>
                <a:ext uri="{FF2B5EF4-FFF2-40B4-BE49-F238E27FC236}">
                  <a16:creationId xmlns:a16="http://schemas.microsoft.com/office/drawing/2014/main" id="{B733BDC0-5419-4F3F-807E-780889351B3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72609" y="2160362"/>
              <a:ext cx="900000" cy="1800000"/>
            </a:xfrm>
            <a:prstGeom prst="rect">
              <a:avLst/>
            </a:prstGeom>
          </p:spPr>
        </p:pic>
        <p:pic>
          <p:nvPicPr>
            <p:cNvPr id="68" name="图片 67" descr="模糊的照片人在路上&#10;&#10;中度可信度描述已自动生成">
              <a:extLst>
                <a:ext uri="{FF2B5EF4-FFF2-40B4-BE49-F238E27FC236}">
                  <a16:creationId xmlns:a16="http://schemas.microsoft.com/office/drawing/2014/main" id="{E09A8960-B11B-4202-97A7-E52475DE9F5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734350" y="2160362"/>
              <a:ext cx="900000" cy="1800000"/>
            </a:xfrm>
            <a:prstGeom prst="rect">
              <a:avLst/>
            </a:prstGeom>
          </p:spPr>
        </p:pic>
      </p:grpSp>
      <p:sp>
        <p:nvSpPr>
          <p:cNvPr id="54" name="文本框 53">
            <a:extLst>
              <a:ext uri="{FF2B5EF4-FFF2-40B4-BE49-F238E27FC236}">
                <a16:creationId xmlns:a16="http://schemas.microsoft.com/office/drawing/2014/main" id="{503C04B3-DC8B-4088-9905-E54F6D86B0E3}"/>
              </a:ext>
            </a:extLst>
          </p:cNvPr>
          <p:cNvSpPr txBox="1"/>
          <p:nvPr/>
        </p:nvSpPr>
        <p:spPr>
          <a:xfrm>
            <a:off x="971361" y="1844824"/>
            <a:ext cx="2305685" cy="3373809"/>
          </a:xfrm>
          <a:prstGeom prst="rect">
            <a:avLst/>
          </a:prstGeom>
          <a:noFill/>
        </p:spPr>
        <p:txBody>
          <a:bodyPr wrap="square">
            <a:spAutoFit/>
          </a:bodyPr>
          <a:lstStyle/>
          <a:p>
            <a:pPr marL="457200" indent="-457200">
              <a:lnSpc>
                <a:spcPct val="130000"/>
              </a:lnSpc>
              <a:buFont typeface="Arial" panose="020B0604020202020204" pitchFamily="34" charset="0"/>
              <a:buChar char="•"/>
            </a:pPr>
            <a:r>
              <a:rPr lang="zh-CN" altLang="en-US" sz="2800" dirty="0">
                <a:effectLst/>
                <a:latin typeface="楷体" panose="02010609060101010101" pitchFamily="49" charset="-122"/>
                <a:ea typeface="楷体" panose="02010609060101010101" pitchFamily="49" charset="-122"/>
              </a:rPr>
              <a:t>光照变化</a:t>
            </a:r>
            <a:endParaRPr lang="en-US" altLang="zh-CN" sz="2800" dirty="0">
              <a:effectLst/>
              <a:latin typeface="楷体" panose="02010609060101010101" pitchFamily="49" charset="-122"/>
              <a:ea typeface="楷体" panose="02010609060101010101" pitchFamily="49" charset="-122"/>
            </a:endParaRPr>
          </a:p>
          <a:p>
            <a:pPr marL="457200" indent="-457200">
              <a:lnSpc>
                <a:spcPct val="130000"/>
              </a:lnSpc>
              <a:buFont typeface="Arial" panose="020B0604020202020204" pitchFamily="34" charset="0"/>
              <a:buChar char="•"/>
            </a:pPr>
            <a:r>
              <a:rPr lang="zh-CN" altLang="en-US" sz="2800" dirty="0">
                <a:effectLst/>
                <a:latin typeface="楷体" panose="02010609060101010101" pitchFamily="49" charset="-122"/>
                <a:ea typeface="楷体" panose="02010609060101010101" pitchFamily="49" charset="-122"/>
              </a:rPr>
              <a:t>姿态变化</a:t>
            </a:r>
            <a:endParaRPr lang="zh-CN" altLang="en-US" sz="2800" dirty="0">
              <a:latin typeface="楷体" panose="02010609060101010101" pitchFamily="49" charset="-122"/>
              <a:ea typeface="楷体" panose="02010609060101010101" pitchFamily="49" charset="-122"/>
            </a:endParaRPr>
          </a:p>
          <a:p>
            <a:pPr marL="457200" indent="-457200">
              <a:lnSpc>
                <a:spcPct val="130000"/>
              </a:lnSpc>
              <a:buFont typeface="Arial" panose="020B0604020202020204" pitchFamily="34" charset="0"/>
              <a:buChar char="•"/>
            </a:pPr>
            <a:r>
              <a:rPr lang="zh-CN" altLang="en-US" sz="2800" dirty="0">
                <a:effectLst/>
                <a:latin typeface="楷体" panose="02010609060101010101" pitchFamily="49" charset="-122"/>
                <a:ea typeface="楷体" panose="02010609060101010101" pitchFamily="49" charset="-122"/>
              </a:rPr>
              <a:t>视角变化</a:t>
            </a:r>
            <a:endParaRPr lang="zh-CN" altLang="en-US" sz="2800" dirty="0">
              <a:latin typeface="楷体" panose="02010609060101010101" pitchFamily="49" charset="-122"/>
              <a:ea typeface="楷体" panose="02010609060101010101" pitchFamily="49" charset="-122"/>
            </a:endParaRPr>
          </a:p>
          <a:p>
            <a:pPr marL="457200" indent="-457200">
              <a:lnSpc>
                <a:spcPct val="130000"/>
              </a:lnSpc>
              <a:buFont typeface="Arial" panose="020B0604020202020204" pitchFamily="34" charset="0"/>
              <a:buChar char="•"/>
            </a:pPr>
            <a:r>
              <a:rPr lang="zh-CN" altLang="en-US" sz="2800" dirty="0">
                <a:effectLst/>
                <a:latin typeface="楷体" panose="02010609060101010101" pitchFamily="49" charset="-122"/>
                <a:ea typeface="楷体" panose="02010609060101010101" pitchFamily="49" charset="-122"/>
              </a:rPr>
              <a:t>相似行人</a:t>
            </a:r>
            <a:endParaRPr lang="zh-CN" altLang="en-US" sz="2800" dirty="0">
              <a:latin typeface="楷体" panose="02010609060101010101" pitchFamily="49" charset="-122"/>
              <a:ea typeface="楷体" panose="02010609060101010101" pitchFamily="49" charset="-122"/>
            </a:endParaRPr>
          </a:p>
          <a:p>
            <a:pPr marL="457200" indent="-457200">
              <a:lnSpc>
                <a:spcPct val="130000"/>
              </a:lnSpc>
              <a:buFont typeface="Arial" panose="020B0604020202020204" pitchFamily="34" charset="0"/>
              <a:buChar char="•"/>
            </a:pPr>
            <a:r>
              <a:rPr lang="zh-CN" altLang="en-US" sz="2800" dirty="0">
                <a:effectLst/>
                <a:latin typeface="楷体" panose="02010609060101010101" pitchFamily="49" charset="-122"/>
                <a:ea typeface="楷体" panose="02010609060101010101" pitchFamily="49" charset="-122"/>
              </a:rPr>
              <a:t>分辨率低</a:t>
            </a:r>
            <a:endParaRPr lang="zh-CN" altLang="en-US" sz="2800" dirty="0">
              <a:latin typeface="楷体" panose="02010609060101010101" pitchFamily="49" charset="-122"/>
              <a:ea typeface="楷体" panose="02010609060101010101" pitchFamily="49" charset="-122"/>
            </a:endParaRPr>
          </a:p>
          <a:p>
            <a:pPr marL="457200" indent="-457200">
              <a:lnSpc>
                <a:spcPct val="130000"/>
              </a:lnSpc>
              <a:buFont typeface="Arial" panose="020B0604020202020204" pitchFamily="34" charset="0"/>
              <a:buChar char="•"/>
            </a:pPr>
            <a:r>
              <a:rPr lang="zh-CN" altLang="en-US" sz="2800" dirty="0">
                <a:effectLst/>
                <a:latin typeface="楷体" panose="02010609060101010101" pitchFamily="49" charset="-122"/>
                <a:ea typeface="楷体" panose="02010609060101010101" pitchFamily="49" charset="-122"/>
              </a:rPr>
              <a:t>遮挡</a:t>
            </a:r>
          </a:p>
        </p:txBody>
      </p:sp>
      <p:grpSp>
        <p:nvGrpSpPr>
          <p:cNvPr id="18" name="组合 17">
            <a:extLst>
              <a:ext uri="{FF2B5EF4-FFF2-40B4-BE49-F238E27FC236}">
                <a16:creationId xmlns:a16="http://schemas.microsoft.com/office/drawing/2014/main" id="{9C4F7ACB-7730-4AB2-83DF-2706DD6933F9}"/>
              </a:ext>
            </a:extLst>
          </p:cNvPr>
          <p:cNvGrpSpPr/>
          <p:nvPr/>
        </p:nvGrpSpPr>
        <p:grpSpPr>
          <a:xfrm>
            <a:off x="3895522" y="3853258"/>
            <a:ext cx="1861741" cy="1800000"/>
            <a:chOff x="6543055" y="2160362"/>
            <a:chExt cx="1861741" cy="1800000"/>
          </a:xfrm>
        </p:grpSpPr>
        <p:pic>
          <p:nvPicPr>
            <p:cNvPr id="65" name="图片 64" descr="人在路上走&#10;&#10;描述已自动生成">
              <a:extLst>
                <a:ext uri="{FF2B5EF4-FFF2-40B4-BE49-F238E27FC236}">
                  <a16:creationId xmlns:a16="http://schemas.microsoft.com/office/drawing/2014/main" id="{93F0E3C0-FC08-4009-AE92-65DA78AE183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543055" y="2160362"/>
              <a:ext cx="900000" cy="1800000"/>
            </a:xfrm>
            <a:prstGeom prst="rect">
              <a:avLst/>
            </a:prstGeom>
          </p:spPr>
        </p:pic>
        <p:pic>
          <p:nvPicPr>
            <p:cNvPr id="66" name="图片 65" descr="男孩在路上&#10;&#10;描述已自动生成">
              <a:extLst>
                <a:ext uri="{FF2B5EF4-FFF2-40B4-BE49-F238E27FC236}">
                  <a16:creationId xmlns:a16="http://schemas.microsoft.com/office/drawing/2014/main" id="{702D8117-8E01-4AEE-969F-89A9D16D6FF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504796" y="2160362"/>
              <a:ext cx="900000" cy="1800000"/>
            </a:xfrm>
            <a:prstGeom prst="rect">
              <a:avLst/>
            </a:prstGeom>
          </p:spPr>
        </p:pic>
      </p:grpSp>
      <p:grpSp>
        <p:nvGrpSpPr>
          <p:cNvPr id="17" name="组合 16">
            <a:extLst>
              <a:ext uri="{FF2B5EF4-FFF2-40B4-BE49-F238E27FC236}">
                <a16:creationId xmlns:a16="http://schemas.microsoft.com/office/drawing/2014/main" id="{4675541B-9E07-4DCF-9D67-A91DEFB2568D}"/>
              </a:ext>
            </a:extLst>
          </p:cNvPr>
          <p:cNvGrpSpPr/>
          <p:nvPr/>
        </p:nvGrpSpPr>
        <p:grpSpPr>
          <a:xfrm>
            <a:off x="6256859" y="3853258"/>
            <a:ext cx="1861741" cy="1800000"/>
            <a:chOff x="8466537" y="2160362"/>
            <a:chExt cx="1861741" cy="1800000"/>
          </a:xfrm>
        </p:grpSpPr>
        <p:pic>
          <p:nvPicPr>
            <p:cNvPr id="63" name="图片 62" descr="模糊的猫&#10;&#10;描述已自动生成">
              <a:extLst>
                <a:ext uri="{FF2B5EF4-FFF2-40B4-BE49-F238E27FC236}">
                  <a16:creationId xmlns:a16="http://schemas.microsoft.com/office/drawing/2014/main" id="{DB8D9D29-9787-4442-971F-E757DBC803C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8466537" y="2160362"/>
              <a:ext cx="900000" cy="1800000"/>
            </a:xfrm>
            <a:prstGeom prst="rect">
              <a:avLst/>
            </a:prstGeom>
          </p:spPr>
        </p:pic>
        <p:pic>
          <p:nvPicPr>
            <p:cNvPr id="64" name="图片 63">
              <a:extLst>
                <a:ext uri="{FF2B5EF4-FFF2-40B4-BE49-F238E27FC236}">
                  <a16:creationId xmlns:a16="http://schemas.microsoft.com/office/drawing/2014/main" id="{274219CC-882F-4FC4-9F21-EA3D33BE10F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428278" y="2160362"/>
              <a:ext cx="900000" cy="1800000"/>
            </a:xfrm>
            <a:prstGeom prst="rect">
              <a:avLst/>
            </a:prstGeom>
          </p:spPr>
        </p:pic>
      </p:grpSp>
      <p:grpSp>
        <p:nvGrpSpPr>
          <p:cNvPr id="16" name="组合 15">
            <a:extLst>
              <a:ext uri="{FF2B5EF4-FFF2-40B4-BE49-F238E27FC236}">
                <a16:creationId xmlns:a16="http://schemas.microsoft.com/office/drawing/2014/main" id="{D70FFC59-49F4-4175-BB6B-6E693D50EAC1}"/>
              </a:ext>
            </a:extLst>
          </p:cNvPr>
          <p:cNvGrpSpPr/>
          <p:nvPr/>
        </p:nvGrpSpPr>
        <p:grpSpPr>
          <a:xfrm>
            <a:off x="8618197" y="3853258"/>
            <a:ext cx="1861738" cy="1800000"/>
            <a:chOff x="10390019" y="2160362"/>
            <a:chExt cx="1861738" cy="1800000"/>
          </a:xfrm>
        </p:grpSpPr>
        <p:pic>
          <p:nvPicPr>
            <p:cNvPr id="61" name="图片 60" descr="图片包含 猫, 小, 模糊, 斑马&#10;&#10;描述已自动生成">
              <a:extLst>
                <a:ext uri="{FF2B5EF4-FFF2-40B4-BE49-F238E27FC236}">
                  <a16:creationId xmlns:a16="http://schemas.microsoft.com/office/drawing/2014/main" id="{CA69E0D5-4096-4454-B166-405FEA1798F9}"/>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1351757" y="2160362"/>
              <a:ext cx="900000" cy="1800000"/>
            </a:xfrm>
            <a:prstGeom prst="rect">
              <a:avLst/>
            </a:prstGeom>
          </p:spPr>
        </p:pic>
        <p:pic>
          <p:nvPicPr>
            <p:cNvPr id="62" name="图片 61" descr="椅子上有个自行车&#10;&#10;中度可信度描述已自动生成">
              <a:extLst>
                <a:ext uri="{FF2B5EF4-FFF2-40B4-BE49-F238E27FC236}">
                  <a16:creationId xmlns:a16="http://schemas.microsoft.com/office/drawing/2014/main" id="{6FE9505F-E455-464B-8F2B-203005D82E9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0390019" y="2160362"/>
              <a:ext cx="900000" cy="1800000"/>
            </a:xfrm>
            <a:prstGeom prst="rect">
              <a:avLst/>
            </a:prstGeom>
          </p:spPr>
        </p:pic>
      </p:grpSp>
    </p:spTree>
    <p:extLst>
      <p:ext uri="{BB962C8B-B14F-4D97-AF65-F5344CB8AC3E}">
        <p14:creationId xmlns:p14="http://schemas.microsoft.com/office/powerpoint/2010/main" val="515763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4872000" y="387423"/>
            <a:ext cx="244800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报告提纲</a:t>
            </a:r>
            <a:endParaRPr lang="zh-CN" altLang="en-US" sz="4400" dirty="0"/>
          </a:p>
        </p:txBody>
      </p:sp>
      <p:sp>
        <p:nvSpPr>
          <p:cNvPr id="10" name="文本框 9">
            <a:extLst>
              <a:ext uri="{FF2B5EF4-FFF2-40B4-BE49-F238E27FC236}">
                <a16:creationId xmlns:a16="http://schemas.microsoft.com/office/drawing/2014/main" id="{0FF5A03C-D32D-49A7-89A1-1F8BDF1866FF}"/>
              </a:ext>
            </a:extLst>
          </p:cNvPr>
          <p:cNvSpPr txBox="1"/>
          <p:nvPr/>
        </p:nvSpPr>
        <p:spPr>
          <a:xfrm>
            <a:off x="812799" y="1471111"/>
            <a:ext cx="11101033" cy="328647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zh-CN" altLang="en-US" sz="3600" dirty="0">
                <a:solidFill>
                  <a:schemeClr val="bg1">
                    <a:lumMod val="75000"/>
                  </a:schemeClr>
                </a:solidFill>
                <a:latin typeface="楷体" panose="02010609060101010101" pitchFamily="49" charset="-122"/>
                <a:ea typeface="楷体" panose="02010609060101010101" pitchFamily="49" charset="-122"/>
              </a:rPr>
              <a:t>研究背景及意义</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latin typeface="楷体" panose="02010609060101010101" pitchFamily="49" charset="-122"/>
                <a:ea typeface="楷体" panose="02010609060101010101" pitchFamily="49" charset="-122"/>
              </a:rPr>
              <a:t>基于卷积神经网络的属性特征学习与融合</a:t>
            </a:r>
            <a:endParaRPr lang="en-US" altLang="zh-CN" sz="3600" dirty="0">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solidFill>
                  <a:schemeClr val="bg1">
                    <a:lumMod val="75000"/>
                  </a:schemeClr>
                </a:solidFill>
                <a:latin typeface="楷体" panose="02010609060101010101" pitchFamily="49" charset="-122"/>
                <a:ea typeface="楷体" panose="02010609060101010101" pitchFamily="49" charset="-122"/>
              </a:rPr>
              <a:t>基于对抗学习的领域自适应特征学习</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solidFill>
                  <a:schemeClr val="bg1">
                    <a:lumMod val="75000"/>
                  </a:schemeClr>
                </a:solidFill>
                <a:latin typeface="楷体" panose="02010609060101010101" pitchFamily="49" charset="-122"/>
                <a:ea typeface="楷体" panose="02010609060101010101" pitchFamily="49" charset="-122"/>
              </a:rPr>
              <a:t>总结与展望</a:t>
            </a:r>
          </a:p>
        </p:txBody>
      </p:sp>
    </p:spTree>
    <p:extLst>
      <p:ext uri="{BB962C8B-B14F-4D97-AF65-F5344CB8AC3E}">
        <p14:creationId xmlns:p14="http://schemas.microsoft.com/office/powerpoint/2010/main" val="1402843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7413812"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相关方法</a:t>
            </a:r>
          </a:p>
        </p:txBody>
      </p:sp>
      <p:graphicFrame>
        <p:nvGraphicFramePr>
          <p:cNvPr id="11" name="表格 11">
            <a:extLst>
              <a:ext uri="{FF2B5EF4-FFF2-40B4-BE49-F238E27FC236}">
                <a16:creationId xmlns:a16="http://schemas.microsoft.com/office/drawing/2014/main" id="{A5940ED9-F5AA-4BE3-BB86-1C7F25AFF58B}"/>
              </a:ext>
            </a:extLst>
          </p:cNvPr>
          <p:cNvGraphicFramePr>
            <a:graphicFrameLocks noGrp="1"/>
          </p:cNvGraphicFramePr>
          <p:nvPr>
            <p:extLst>
              <p:ext uri="{D42A27DB-BD31-4B8C-83A1-F6EECF244321}">
                <p14:modId xmlns:p14="http://schemas.microsoft.com/office/powerpoint/2010/main" val="1957801985"/>
              </p:ext>
            </p:extLst>
          </p:nvPr>
        </p:nvGraphicFramePr>
        <p:xfrm>
          <a:off x="8684287" y="1994931"/>
          <a:ext cx="1242000" cy="2276417"/>
        </p:xfrm>
        <a:graphic>
          <a:graphicData uri="http://schemas.openxmlformats.org/drawingml/2006/table">
            <a:tbl>
              <a:tblPr firstRow="1" bandRow="1">
                <a:tableStyleId>{5C22544A-7EE6-4342-B048-85BDC9FD1C3A}</a:tableStyleId>
              </a:tblPr>
              <a:tblGrid>
                <a:gridCol w="702000">
                  <a:extLst>
                    <a:ext uri="{9D8B030D-6E8A-4147-A177-3AD203B41FA5}">
                      <a16:colId xmlns:a16="http://schemas.microsoft.com/office/drawing/2014/main" val="2865067027"/>
                    </a:ext>
                  </a:extLst>
                </a:gridCol>
                <a:gridCol w="540000">
                  <a:extLst>
                    <a:ext uri="{9D8B030D-6E8A-4147-A177-3AD203B41FA5}">
                      <a16:colId xmlns:a16="http://schemas.microsoft.com/office/drawing/2014/main" val="1288588423"/>
                    </a:ext>
                  </a:extLst>
                </a:gridCol>
              </a:tblGrid>
              <a:tr h="206182">
                <a:tc>
                  <a:txBody>
                    <a:bodyPr/>
                    <a:lstStyle/>
                    <a:p>
                      <a:pPr algn="l">
                        <a:lnSpc>
                          <a:spcPts val="900"/>
                        </a:lnSpc>
                      </a:pPr>
                      <a:r>
                        <a:rPr lang="en-US" altLang="zh-CN" sz="1000" dirty="0">
                          <a:solidFill>
                            <a:schemeClr val="tx1"/>
                          </a:solidFill>
                          <a:latin typeface="Times New Roman" panose="02020603050405020304" pitchFamily="18" charset="0"/>
                          <a:cs typeface="Times New Roman" panose="02020603050405020304" pitchFamily="18" charset="0"/>
                        </a:rPr>
                        <a:t>Attribute</a:t>
                      </a:r>
                      <a:endParaRPr lang="zh-CN" altLang="en-US" sz="1000" b="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a:lnSpc>
                          <a:spcPts val="900"/>
                        </a:lnSpc>
                      </a:pPr>
                      <a:r>
                        <a:rPr lang="en-US" altLang="zh-CN" sz="1000" dirty="0">
                          <a:solidFill>
                            <a:schemeClr val="tx1"/>
                          </a:solidFill>
                          <a:latin typeface="Times New Roman" panose="02020603050405020304" pitchFamily="18" charset="0"/>
                          <a:cs typeface="Times New Roman" panose="02020603050405020304" pitchFamily="18" charset="0"/>
                        </a:rPr>
                        <a:t>Label</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24200273"/>
                  </a:ext>
                </a:extLst>
              </a:tr>
              <a:tr h="206182">
                <a:tc>
                  <a:txBody>
                    <a:bodyPr/>
                    <a:lstStyle/>
                    <a:p>
                      <a:pPr marL="0" marR="0" lvl="0" indent="0" algn="l" defTabSz="914400" rtl="0" eaLnBrk="1" fontAlgn="auto" latinLnBrk="0" hangingPunct="1">
                        <a:lnSpc>
                          <a:spcPts val="900"/>
                        </a:lnSpc>
                        <a:spcBef>
                          <a:spcPts val="0"/>
                        </a:spcBef>
                        <a:spcAft>
                          <a:spcPts val="0"/>
                        </a:spcAft>
                        <a:buClrTx/>
                        <a:buSzTx/>
                        <a:buFontTx/>
                        <a:buNone/>
                        <a:tabLst/>
                        <a:defRPr/>
                      </a:pPr>
                      <a:r>
                        <a:rPr lang="en-US" altLang="zh-CN" sz="1000" dirty="0">
                          <a:solidFill>
                            <a:schemeClr val="tx1"/>
                          </a:solidFill>
                          <a:latin typeface="Times New Roman" panose="02020603050405020304" pitchFamily="18" charset="0"/>
                          <a:cs typeface="Times New Roman" panose="02020603050405020304" pitchFamily="18" charset="0"/>
                        </a:rPr>
                        <a:t>gender</a:t>
                      </a:r>
                      <a:endParaRPr lang="zh-CN" altLang="en-US" sz="1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algn="ctr">
                        <a:lnSpc>
                          <a:spcPts val="900"/>
                        </a:lnSpc>
                      </a:pPr>
                      <a:r>
                        <a:rPr lang="en-US" altLang="zh-CN" sz="1000" dirty="0">
                          <a:latin typeface="Times New Roman" panose="02020603050405020304" pitchFamily="18" charset="0"/>
                          <a:cs typeface="Times New Roman" panose="02020603050405020304" pitchFamily="18" charset="0"/>
                        </a:rPr>
                        <a:t>2</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810166820"/>
                  </a:ext>
                </a:extLst>
              </a:tr>
              <a:tr h="206182">
                <a:tc>
                  <a:txBody>
                    <a:bodyPr/>
                    <a:lstStyle/>
                    <a:p>
                      <a:pPr algn="l">
                        <a:lnSpc>
                          <a:spcPts val="900"/>
                        </a:lnSpc>
                      </a:pPr>
                      <a:r>
                        <a:rPr lang="en-US" altLang="zh-CN" sz="1000" dirty="0">
                          <a:solidFill>
                            <a:schemeClr val="tx1"/>
                          </a:solidFill>
                          <a:latin typeface="Times New Roman" panose="02020603050405020304" pitchFamily="18" charset="0"/>
                          <a:cs typeface="Times New Roman" panose="02020603050405020304" pitchFamily="18" charset="0"/>
                        </a:rPr>
                        <a:t>top</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a:lnSpc>
                          <a:spcPts val="900"/>
                        </a:lnSpc>
                      </a:pPr>
                      <a:r>
                        <a:rPr lang="en-US" altLang="zh-CN" sz="1000" dirty="0">
                          <a:latin typeface="Times New Roman" panose="02020603050405020304" pitchFamily="18" charset="0"/>
                          <a:cs typeface="Times New Roman" panose="02020603050405020304" pitchFamily="18" charset="0"/>
                        </a:rPr>
                        <a:t>1</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63783884"/>
                  </a:ext>
                </a:extLst>
              </a:tr>
              <a:tr h="206182">
                <a:tc>
                  <a:txBody>
                    <a:bodyPr/>
                    <a:lstStyle/>
                    <a:p>
                      <a:pPr marL="0" marR="0" lvl="0" indent="0" algn="l" defTabSz="914400" rtl="0" eaLnBrk="1" fontAlgn="auto" latinLnBrk="0" hangingPunct="1">
                        <a:lnSpc>
                          <a:spcPts val="900"/>
                        </a:lnSpc>
                        <a:spcBef>
                          <a:spcPts val="0"/>
                        </a:spcBef>
                        <a:spcAft>
                          <a:spcPts val="0"/>
                        </a:spcAft>
                        <a:buClrTx/>
                        <a:buSzTx/>
                        <a:buFontTx/>
                        <a:buNone/>
                        <a:tabLst/>
                        <a:defRPr/>
                      </a:pPr>
                      <a:r>
                        <a:rPr lang="en-US" altLang="zh-CN" sz="1000" dirty="0">
                          <a:solidFill>
                            <a:schemeClr val="tx1"/>
                          </a:solidFill>
                          <a:latin typeface="Times New Roman" panose="02020603050405020304" pitchFamily="18" charset="0"/>
                          <a:cs typeface="Times New Roman" panose="02020603050405020304" pitchFamily="18" charset="0"/>
                        </a:rPr>
                        <a:t>backpack</a:t>
                      </a:r>
                      <a:endParaRPr lang="zh-CN" altLang="en-US" sz="1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algn="ctr">
                        <a:lnSpc>
                          <a:spcPts val="900"/>
                        </a:lnSpc>
                      </a:pPr>
                      <a:r>
                        <a:rPr lang="en-US" altLang="zh-CN" sz="1000" dirty="0">
                          <a:latin typeface="Times New Roman" panose="02020603050405020304" pitchFamily="18" charset="0"/>
                          <a:cs typeface="Times New Roman" panose="02020603050405020304" pitchFamily="18" charset="0"/>
                        </a:rPr>
                        <a:t>2</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965083385"/>
                  </a:ext>
                </a:extLst>
              </a:tr>
              <a:tr h="206182">
                <a:tc>
                  <a:txBody>
                    <a:bodyPr/>
                    <a:lstStyle/>
                    <a:p>
                      <a:pPr marL="0" marR="0" lvl="0" indent="0" algn="l" defTabSz="914400" rtl="0" eaLnBrk="1" fontAlgn="auto" latinLnBrk="0" hangingPunct="1">
                        <a:lnSpc>
                          <a:spcPts val="900"/>
                        </a:lnSpc>
                        <a:spcBef>
                          <a:spcPts val="0"/>
                        </a:spcBef>
                        <a:spcAft>
                          <a:spcPts val="0"/>
                        </a:spcAft>
                        <a:buClrTx/>
                        <a:buSzTx/>
                        <a:buFontTx/>
                        <a:buNone/>
                        <a:tabLst/>
                        <a:defRPr/>
                      </a:pPr>
                      <a:r>
                        <a:rPr lang="en-US" altLang="zh-CN" sz="1000" dirty="0">
                          <a:solidFill>
                            <a:schemeClr val="tx1"/>
                          </a:solidFill>
                          <a:latin typeface="Times New Roman" panose="02020603050405020304" pitchFamily="18" charset="0"/>
                          <a:cs typeface="Times New Roman" panose="02020603050405020304" pitchFamily="18" charset="0"/>
                        </a:rPr>
                        <a:t>bag</a:t>
                      </a:r>
                      <a:endParaRPr lang="zh-CN" altLang="en-US" sz="1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a:lnSpc>
                          <a:spcPts val="900"/>
                        </a:lnSpc>
                      </a:pPr>
                      <a:r>
                        <a:rPr lang="en-US" altLang="zh-CN" sz="1000" dirty="0">
                          <a:latin typeface="Times New Roman" panose="02020603050405020304" pitchFamily="18" charset="0"/>
                          <a:cs typeface="Times New Roman" panose="02020603050405020304" pitchFamily="18" charset="0"/>
                        </a:rPr>
                        <a:t>1</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50929094"/>
                  </a:ext>
                </a:extLst>
              </a:tr>
              <a:tr h="206182">
                <a:tc>
                  <a:txBody>
                    <a:bodyPr/>
                    <a:lstStyle/>
                    <a:p>
                      <a:pPr marL="0" marR="0" lvl="0" indent="0" algn="l" defTabSz="914400" rtl="0" eaLnBrk="1" fontAlgn="auto" latinLnBrk="0" hangingPunct="1">
                        <a:lnSpc>
                          <a:spcPts val="900"/>
                        </a:lnSpc>
                        <a:spcBef>
                          <a:spcPts val="0"/>
                        </a:spcBef>
                        <a:spcAft>
                          <a:spcPts val="0"/>
                        </a:spcAft>
                        <a:buClrTx/>
                        <a:buSzTx/>
                        <a:buFontTx/>
                        <a:buNone/>
                        <a:tabLst/>
                        <a:defRPr/>
                      </a:pPr>
                      <a:r>
                        <a:rPr lang="en-US" altLang="zh-CN" sz="1000" dirty="0">
                          <a:solidFill>
                            <a:schemeClr val="tx1"/>
                          </a:solidFill>
                          <a:latin typeface="Times New Roman" panose="02020603050405020304" pitchFamily="18" charset="0"/>
                          <a:cs typeface="Times New Roman" panose="02020603050405020304" pitchFamily="18" charset="0"/>
                        </a:rPr>
                        <a:t>handbag</a:t>
                      </a:r>
                      <a:endParaRPr lang="zh-CN" altLang="en-US" sz="1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algn="ctr">
                        <a:lnSpc>
                          <a:spcPts val="900"/>
                        </a:lnSpc>
                      </a:pPr>
                      <a:r>
                        <a:rPr lang="en-US" altLang="zh-CN" sz="1000" dirty="0">
                          <a:latin typeface="Times New Roman" panose="02020603050405020304" pitchFamily="18" charset="0"/>
                          <a:cs typeface="Times New Roman" panose="02020603050405020304" pitchFamily="18" charset="0"/>
                        </a:rPr>
                        <a:t>1</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2341034527"/>
                  </a:ext>
                </a:extLst>
              </a:tr>
              <a:tr h="206182">
                <a:tc>
                  <a:txBody>
                    <a:bodyPr/>
                    <a:lstStyle/>
                    <a:p>
                      <a:pPr algn="l">
                        <a:lnSpc>
                          <a:spcPts val="900"/>
                        </a:lnSpc>
                      </a:pPr>
                      <a:r>
                        <a:rPr lang="en-US" altLang="zh-CN" sz="1000" dirty="0">
                          <a:solidFill>
                            <a:schemeClr val="tx1"/>
                          </a:solidFill>
                          <a:latin typeface="Times New Roman" panose="02020603050405020304" pitchFamily="18" charset="0"/>
                          <a:cs typeface="Times New Roman" panose="02020603050405020304" pitchFamily="18" charset="0"/>
                        </a:rPr>
                        <a:t>boots</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a:lnSpc>
                          <a:spcPts val="900"/>
                        </a:lnSpc>
                      </a:pPr>
                      <a:r>
                        <a:rPr lang="en-US" altLang="zh-CN" sz="1000" dirty="0">
                          <a:latin typeface="Times New Roman" panose="02020603050405020304" pitchFamily="18" charset="0"/>
                          <a:cs typeface="Times New Roman" panose="02020603050405020304" pitchFamily="18" charset="0"/>
                        </a:rPr>
                        <a:t>2</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712063238"/>
                  </a:ext>
                </a:extLst>
              </a:tr>
              <a:tr h="206182">
                <a:tc>
                  <a:txBody>
                    <a:bodyPr/>
                    <a:lstStyle/>
                    <a:p>
                      <a:pPr marL="0" marR="0" lvl="0" indent="0" algn="l" defTabSz="914400" rtl="0" eaLnBrk="1" fontAlgn="auto" latinLnBrk="0" hangingPunct="1">
                        <a:lnSpc>
                          <a:spcPts val="900"/>
                        </a:lnSpc>
                        <a:spcBef>
                          <a:spcPts val="0"/>
                        </a:spcBef>
                        <a:spcAft>
                          <a:spcPts val="0"/>
                        </a:spcAft>
                        <a:buClrTx/>
                        <a:buSzTx/>
                        <a:buFontTx/>
                        <a:buNone/>
                        <a:tabLst/>
                        <a:defRPr/>
                      </a:pPr>
                      <a:r>
                        <a:rPr lang="en-US" altLang="zh-CN" sz="1000" dirty="0">
                          <a:solidFill>
                            <a:schemeClr val="tx1"/>
                          </a:solidFill>
                          <a:latin typeface="Times New Roman" panose="02020603050405020304" pitchFamily="18" charset="0"/>
                          <a:cs typeface="Times New Roman" panose="02020603050405020304" pitchFamily="18" charset="0"/>
                        </a:rPr>
                        <a:t>shoes</a:t>
                      </a:r>
                      <a:endParaRPr lang="zh-CN" altLang="en-US" sz="1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algn="ctr">
                        <a:lnSpc>
                          <a:spcPts val="900"/>
                        </a:lnSpc>
                      </a:pPr>
                      <a:r>
                        <a:rPr lang="en-US" altLang="zh-CN" sz="1000" dirty="0">
                          <a:latin typeface="Times New Roman" panose="02020603050405020304" pitchFamily="18" charset="0"/>
                          <a:cs typeface="Times New Roman" panose="02020603050405020304" pitchFamily="18" charset="0"/>
                        </a:rPr>
                        <a:t>1</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1417900246"/>
                  </a:ext>
                </a:extLst>
              </a:tr>
              <a:tr h="206182">
                <a:tc>
                  <a:txBody>
                    <a:bodyPr/>
                    <a:lstStyle/>
                    <a:p>
                      <a:pPr algn="l">
                        <a:lnSpc>
                          <a:spcPts val="900"/>
                        </a:lnSpc>
                      </a:pPr>
                      <a:r>
                        <a:rPr lang="en-US" altLang="zh-CN" sz="1000" dirty="0">
                          <a:solidFill>
                            <a:schemeClr val="tx1"/>
                          </a:solidFill>
                          <a:latin typeface="Times New Roman" panose="02020603050405020304" pitchFamily="18" charset="0"/>
                          <a:cs typeface="Times New Roman" panose="02020603050405020304" pitchFamily="18" charset="0"/>
                        </a:rPr>
                        <a:t>hat</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a:lnSpc>
                          <a:spcPts val="900"/>
                        </a:lnSpc>
                      </a:pPr>
                      <a:r>
                        <a:rPr lang="en-US" altLang="zh-CN" sz="1000" dirty="0">
                          <a:latin typeface="Times New Roman" panose="02020603050405020304" pitchFamily="18" charset="0"/>
                          <a:cs typeface="Times New Roman" panose="02020603050405020304" pitchFamily="18" charset="0"/>
                        </a:rPr>
                        <a:t>1</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512785932"/>
                  </a:ext>
                </a:extLst>
              </a:tr>
              <a:tr h="206182">
                <a:tc>
                  <a:txBody>
                    <a:bodyPr/>
                    <a:lstStyle/>
                    <a:p>
                      <a:pPr algn="l">
                        <a:lnSpc>
                          <a:spcPts val="900"/>
                        </a:lnSpc>
                      </a:pPr>
                      <a:r>
                        <a:rPr lang="en-US" altLang="zh-CN" sz="1000" dirty="0" err="1">
                          <a:solidFill>
                            <a:schemeClr val="tx1"/>
                          </a:solidFill>
                          <a:latin typeface="Times New Roman" panose="02020603050405020304" pitchFamily="18" charset="0"/>
                          <a:cs typeface="Times New Roman" panose="02020603050405020304" pitchFamily="18" charset="0"/>
                        </a:rPr>
                        <a:t>upblack</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tc>
                  <a:txBody>
                    <a:bodyPr/>
                    <a:lstStyle/>
                    <a:p>
                      <a:pPr algn="ctr">
                        <a:lnSpc>
                          <a:spcPts val="900"/>
                        </a:lnSpc>
                      </a:pPr>
                      <a:r>
                        <a:rPr lang="en-US" altLang="zh-CN" sz="1000" dirty="0">
                          <a:latin typeface="Times New Roman" panose="02020603050405020304" pitchFamily="18" charset="0"/>
                          <a:cs typeface="Times New Roman" panose="02020603050405020304" pitchFamily="18" charset="0"/>
                        </a:rPr>
                        <a:t>2</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2"/>
                    </a:solidFill>
                  </a:tcPr>
                </a:tc>
                <a:extLst>
                  <a:ext uri="{0D108BD9-81ED-4DB2-BD59-A6C34878D82A}">
                    <a16:rowId xmlns:a16="http://schemas.microsoft.com/office/drawing/2014/main" val="772631073"/>
                  </a:ext>
                </a:extLst>
              </a:tr>
              <a:tr h="206182">
                <a:tc>
                  <a:txBody>
                    <a:bodyPr/>
                    <a:lstStyle/>
                    <a:p>
                      <a:pPr marL="0" marR="0" lvl="0" indent="0" algn="l" defTabSz="914400" rtl="0" eaLnBrk="1" fontAlgn="auto" latinLnBrk="0" hangingPunct="1">
                        <a:lnSpc>
                          <a:spcPts val="900"/>
                        </a:lnSpc>
                        <a:spcBef>
                          <a:spcPts val="0"/>
                        </a:spcBef>
                        <a:spcAft>
                          <a:spcPts val="0"/>
                        </a:spcAft>
                        <a:buClrTx/>
                        <a:buSzTx/>
                        <a:buFontTx/>
                        <a:buNone/>
                        <a:tabLst/>
                        <a:defRPr/>
                      </a:pPr>
                      <a:r>
                        <a:rPr lang="en-US" altLang="zh-CN" sz="1000" dirty="0" err="1">
                          <a:solidFill>
                            <a:schemeClr val="tx1"/>
                          </a:solidFill>
                          <a:latin typeface="Times New Roman" panose="02020603050405020304" pitchFamily="18" charset="0"/>
                          <a:cs typeface="Times New Roman" panose="02020603050405020304" pitchFamily="18" charset="0"/>
                        </a:rPr>
                        <a:t>downblue</a:t>
                      </a:r>
                      <a:endParaRPr lang="zh-CN" altLang="en-US" sz="10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tc>
                  <a:txBody>
                    <a:bodyPr/>
                    <a:lstStyle/>
                    <a:p>
                      <a:pPr algn="ctr">
                        <a:lnSpc>
                          <a:spcPts val="900"/>
                        </a:lnSpc>
                      </a:pPr>
                      <a:r>
                        <a:rPr lang="en-US" altLang="zh-CN" sz="1000" dirty="0">
                          <a:latin typeface="Times New Roman" panose="02020603050405020304" pitchFamily="18" charset="0"/>
                          <a:cs typeface="Times New Roman" panose="02020603050405020304" pitchFamily="18" charset="0"/>
                        </a:rPr>
                        <a:t>2</a:t>
                      </a:r>
                      <a:endParaRPr lang="zh-CN" altLang="en-US" sz="1000" dirty="0">
                        <a:latin typeface="Times New Roman" panose="02020603050405020304" pitchFamily="18" charset="0"/>
                        <a:cs typeface="Times New Roman" panose="02020603050405020304" pitchFamily="18" charset="0"/>
                      </a:endParaRPr>
                    </a:p>
                  </a:txBody>
                  <a:tcPr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37606653"/>
                  </a:ext>
                </a:extLst>
              </a:tr>
            </a:tbl>
          </a:graphicData>
        </a:graphic>
      </p:graphicFrame>
      <p:grpSp>
        <p:nvGrpSpPr>
          <p:cNvPr id="3" name="组合 2">
            <a:extLst>
              <a:ext uri="{FF2B5EF4-FFF2-40B4-BE49-F238E27FC236}">
                <a16:creationId xmlns:a16="http://schemas.microsoft.com/office/drawing/2014/main" id="{2DB09598-FA3C-4145-9BCF-FD446915B893}"/>
              </a:ext>
            </a:extLst>
          </p:cNvPr>
          <p:cNvGrpSpPr/>
          <p:nvPr/>
        </p:nvGrpSpPr>
        <p:grpSpPr>
          <a:xfrm>
            <a:off x="1656201" y="2266635"/>
            <a:ext cx="1224000" cy="2371960"/>
            <a:chOff x="782728" y="4232203"/>
            <a:chExt cx="1224000" cy="2371960"/>
          </a:xfrm>
        </p:grpSpPr>
        <p:grpSp>
          <p:nvGrpSpPr>
            <p:cNvPr id="32" name="组合 31">
              <a:extLst>
                <a:ext uri="{FF2B5EF4-FFF2-40B4-BE49-F238E27FC236}">
                  <a16:creationId xmlns:a16="http://schemas.microsoft.com/office/drawing/2014/main" id="{622A5422-03C8-4A67-8A76-C7D02E651A36}"/>
                </a:ext>
              </a:extLst>
            </p:cNvPr>
            <p:cNvGrpSpPr>
              <a:grpSpLocks noChangeAspect="1"/>
            </p:cNvGrpSpPr>
            <p:nvPr/>
          </p:nvGrpSpPr>
          <p:grpSpPr>
            <a:xfrm>
              <a:off x="926728" y="4232203"/>
              <a:ext cx="936000" cy="1872000"/>
              <a:chOff x="4937276" y="1800000"/>
              <a:chExt cx="648000" cy="1296000"/>
            </a:xfrm>
          </p:grpSpPr>
          <p:pic>
            <p:nvPicPr>
              <p:cNvPr id="34" name="图片 33" descr="穿蓝色衣服的人&#10;&#10;描述已自动生成">
                <a:extLst>
                  <a:ext uri="{FF2B5EF4-FFF2-40B4-BE49-F238E27FC236}">
                    <a16:creationId xmlns:a16="http://schemas.microsoft.com/office/drawing/2014/main" id="{8CBEDC20-9393-458B-A41E-D8347B9F06A8}"/>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4937276" y="1800000"/>
                <a:ext cx="648000" cy="1296000"/>
              </a:xfrm>
              <a:prstGeom prst="rect">
                <a:avLst/>
              </a:prstGeom>
            </p:spPr>
          </p:pic>
          <p:sp>
            <p:nvSpPr>
              <p:cNvPr id="35" name="矩形 34">
                <a:extLst>
                  <a:ext uri="{FF2B5EF4-FFF2-40B4-BE49-F238E27FC236}">
                    <a16:creationId xmlns:a16="http://schemas.microsoft.com/office/drawing/2014/main" id="{1BB2427D-46AA-4D77-8299-EDF5A14E02AC}"/>
                  </a:ext>
                </a:extLst>
              </p:cNvPr>
              <p:cNvSpPr/>
              <p:nvPr/>
            </p:nvSpPr>
            <p:spPr>
              <a:xfrm>
                <a:off x="4937276" y="1800000"/>
                <a:ext cx="648000" cy="12960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a:extLst>
                  <a:ext uri="{FF2B5EF4-FFF2-40B4-BE49-F238E27FC236}">
                    <a16:creationId xmlns:a16="http://schemas.microsoft.com/office/drawing/2014/main" id="{FBC19E67-E2C8-4DFA-A57D-B873BC8D7234}"/>
                  </a:ext>
                </a:extLst>
              </p:cNvPr>
              <p:cNvCxnSpPr>
                <a:cxnSpLocks/>
              </p:cNvCxnSpPr>
              <p:nvPr/>
            </p:nvCxnSpPr>
            <p:spPr>
              <a:xfrm>
                <a:off x="4937276" y="2014470"/>
                <a:ext cx="64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89512291-9595-404D-96B2-E9A88FAF2248}"/>
                  </a:ext>
                </a:extLst>
              </p:cNvPr>
              <p:cNvCxnSpPr>
                <a:cxnSpLocks/>
              </p:cNvCxnSpPr>
              <p:nvPr/>
            </p:nvCxnSpPr>
            <p:spPr>
              <a:xfrm>
                <a:off x="4937276" y="2230470"/>
                <a:ext cx="64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9B49CF21-C83D-4DA7-9093-FB515B3F4FB2}"/>
                  </a:ext>
                </a:extLst>
              </p:cNvPr>
              <p:cNvCxnSpPr>
                <a:cxnSpLocks/>
              </p:cNvCxnSpPr>
              <p:nvPr/>
            </p:nvCxnSpPr>
            <p:spPr>
              <a:xfrm>
                <a:off x="4937276" y="2446470"/>
                <a:ext cx="64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DA0B7B4F-39E1-48E0-BF6A-66F4A4E5ECED}"/>
                  </a:ext>
                </a:extLst>
              </p:cNvPr>
              <p:cNvCxnSpPr>
                <a:cxnSpLocks/>
              </p:cNvCxnSpPr>
              <p:nvPr/>
            </p:nvCxnSpPr>
            <p:spPr>
              <a:xfrm>
                <a:off x="4937276" y="2662470"/>
                <a:ext cx="64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DC713F4F-D850-48B7-A15B-C0105AF61EBA}"/>
                  </a:ext>
                </a:extLst>
              </p:cNvPr>
              <p:cNvCxnSpPr>
                <a:cxnSpLocks/>
              </p:cNvCxnSpPr>
              <p:nvPr/>
            </p:nvCxnSpPr>
            <p:spPr>
              <a:xfrm>
                <a:off x="4937276" y="2878470"/>
                <a:ext cx="64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文本框 32">
              <a:extLst>
                <a:ext uri="{FF2B5EF4-FFF2-40B4-BE49-F238E27FC236}">
                  <a16:creationId xmlns:a16="http://schemas.microsoft.com/office/drawing/2014/main" id="{F21C3A57-38F6-4927-B5F3-410DD76C0020}"/>
                </a:ext>
              </a:extLst>
            </p:cNvPr>
            <p:cNvSpPr txBox="1"/>
            <p:nvPr/>
          </p:nvSpPr>
          <p:spPr>
            <a:xfrm>
              <a:off x="782728" y="6204053"/>
              <a:ext cx="1224000" cy="400110"/>
            </a:xfrm>
            <a:prstGeom prst="rect">
              <a:avLst/>
            </a:prstGeom>
            <a:noFill/>
          </p:spPr>
          <p:txBody>
            <a:bodyPr wrap="square" rtlCol="0">
              <a:spAutoFit/>
            </a:bodyPr>
            <a:lstStyle/>
            <a:p>
              <a:pPr algn="ctr"/>
              <a:r>
                <a:rPr lang="zh-CN" altLang="en-US" sz="2000" dirty="0">
                  <a:latin typeface="楷体" panose="02010609060101010101" pitchFamily="49" charset="-122"/>
                  <a:ea typeface="楷体" panose="02010609060101010101" pitchFamily="49" charset="-122"/>
                </a:rPr>
                <a:t>水平切块</a:t>
              </a:r>
            </a:p>
          </p:txBody>
        </p:sp>
      </p:grpSp>
      <p:grpSp>
        <p:nvGrpSpPr>
          <p:cNvPr id="9" name="组合 8">
            <a:extLst>
              <a:ext uri="{FF2B5EF4-FFF2-40B4-BE49-F238E27FC236}">
                <a16:creationId xmlns:a16="http://schemas.microsoft.com/office/drawing/2014/main" id="{9313C35C-2799-42F1-ADD9-43316A999EC8}"/>
              </a:ext>
            </a:extLst>
          </p:cNvPr>
          <p:cNvGrpSpPr/>
          <p:nvPr/>
        </p:nvGrpSpPr>
        <p:grpSpPr>
          <a:xfrm>
            <a:off x="3927140" y="2266635"/>
            <a:ext cx="1224000" cy="2371960"/>
            <a:chOff x="2274344" y="4232203"/>
            <a:chExt cx="1224000" cy="2371960"/>
          </a:xfrm>
        </p:grpSpPr>
        <p:grpSp>
          <p:nvGrpSpPr>
            <p:cNvPr id="42" name="组合 41">
              <a:extLst>
                <a:ext uri="{FF2B5EF4-FFF2-40B4-BE49-F238E27FC236}">
                  <a16:creationId xmlns:a16="http://schemas.microsoft.com/office/drawing/2014/main" id="{0258E2D2-DCB2-4025-8F26-2D98B51F6A17}"/>
                </a:ext>
              </a:extLst>
            </p:cNvPr>
            <p:cNvGrpSpPr>
              <a:grpSpLocks noChangeAspect="1"/>
            </p:cNvGrpSpPr>
            <p:nvPr/>
          </p:nvGrpSpPr>
          <p:grpSpPr>
            <a:xfrm>
              <a:off x="2418344" y="4232203"/>
              <a:ext cx="936000" cy="1872000"/>
              <a:chOff x="2826756" y="2616171"/>
              <a:chExt cx="648000" cy="1296000"/>
            </a:xfrm>
          </p:grpSpPr>
          <p:pic>
            <p:nvPicPr>
              <p:cNvPr id="44" name="图片 43" descr="穿西装的人&#10;&#10;中度可信度描述已自动生成">
                <a:extLst>
                  <a:ext uri="{FF2B5EF4-FFF2-40B4-BE49-F238E27FC236}">
                    <a16:creationId xmlns:a16="http://schemas.microsoft.com/office/drawing/2014/main" id="{2070ADCD-4280-4B13-A2FF-05A6D2172D4C}"/>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2826756" y="2616171"/>
                <a:ext cx="648000" cy="1296000"/>
              </a:xfrm>
              <a:prstGeom prst="rect">
                <a:avLst/>
              </a:prstGeom>
            </p:spPr>
          </p:pic>
          <p:sp>
            <p:nvSpPr>
              <p:cNvPr id="45" name="椭圆 44">
                <a:extLst>
                  <a:ext uri="{FF2B5EF4-FFF2-40B4-BE49-F238E27FC236}">
                    <a16:creationId xmlns:a16="http://schemas.microsoft.com/office/drawing/2014/main" id="{B8E0CE69-F64F-4C50-B0CE-261E8A99D6D5}"/>
                  </a:ext>
                </a:extLst>
              </p:cNvPr>
              <p:cNvSpPr/>
              <p:nvPr/>
            </p:nvSpPr>
            <p:spPr>
              <a:xfrm>
                <a:off x="3049905" y="2705100"/>
                <a:ext cx="36000" cy="36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a:extLst>
                  <a:ext uri="{FF2B5EF4-FFF2-40B4-BE49-F238E27FC236}">
                    <a16:creationId xmlns:a16="http://schemas.microsoft.com/office/drawing/2014/main" id="{660CC657-BCB9-4A72-B6FB-5A0FE3166C02}"/>
                  </a:ext>
                </a:extLst>
              </p:cNvPr>
              <p:cNvSpPr/>
              <p:nvPr/>
            </p:nvSpPr>
            <p:spPr>
              <a:xfrm>
                <a:off x="3098376" y="2815105"/>
                <a:ext cx="36000" cy="36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73585579-B19F-4C5E-BBCA-394DAFC90922}"/>
                  </a:ext>
                </a:extLst>
              </p:cNvPr>
              <p:cNvSpPr/>
              <p:nvPr/>
            </p:nvSpPr>
            <p:spPr>
              <a:xfrm>
                <a:off x="3077018" y="2947326"/>
                <a:ext cx="36000" cy="36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F22AF483-CF35-480F-A98F-BDF93ABDADD9}"/>
                  </a:ext>
                </a:extLst>
              </p:cNvPr>
              <p:cNvSpPr/>
              <p:nvPr/>
            </p:nvSpPr>
            <p:spPr>
              <a:xfrm>
                <a:off x="3228811" y="2863860"/>
                <a:ext cx="36000" cy="36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a:extLst>
                  <a:ext uri="{FF2B5EF4-FFF2-40B4-BE49-F238E27FC236}">
                    <a16:creationId xmlns:a16="http://schemas.microsoft.com/office/drawing/2014/main" id="{0CC93E29-ADE3-4E42-8BF7-B495CBAF6F57}"/>
                  </a:ext>
                </a:extLst>
              </p:cNvPr>
              <p:cNvSpPr/>
              <p:nvPr/>
            </p:nvSpPr>
            <p:spPr>
              <a:xfrm>
                <a:off x="3307369" y="3033838"/>
                <a:ext cx="36000" cy="36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a:extLst>
                  <a:ext uri="{FF2B5EF4-FFF2-40B4-BE49-F238E27FC236}">
                    <a16:creationId xmlns:a16="http://schemas.microsoft.com/office/drawing/2014/main" id="{508F1091-3659-4646-9991-C124CC30562C}"/>
                  </a:ext>
                </a:extLst>
              </p:cNvPr>
              <p:cNvSpPr/>
              <p:nvPr/>
            </p:nvSpPr>
            <p:spPr>
              <a:xfrm>
                <a:off x="3325369" y="3199795"/>
                <a:ext cx="36000" cy="36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a:extLst>
                  <a:ext uri="{FF2B5EF4-FFF2-40B4-BE49-F238E27FC236}">
                    <a16:creationId xmlns:a16="http://schemas.microsoft.com/office/drawing/2014/main" id="{5676E734-10D5-49A8-8FCC-277B124E399E}"/>
                  </a:ext>
                </a:extLst>
              </p:cNvPr>
              <p:cNvSpPr/>
              <p:nvPr/>
            </p:nvSpPr>
            <p:spPr>
              <a:xfrm>
                <a:off x="2927266" y="3277398"/>
                <a:ext cx="36000" cy="36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a:extLst>
                  <a:ext uri="{FF2B5EF4-FFF2-40B4-BE49-F238E27FC236}">
                    <a16:creationId xmlns:a16="http://schemas.microsoft.com/office/drawing/2014/main" id="{992B3A7B-2BAB-46B4-870A-0669F797EF7B}"/>
                  </a:ext>
                </a:extLst>
              </p:cNvPr>
              <p:cNvSpPr/>
              <p:nvPr/>
            </p:nvSpPr>
            <p:spPr>
              <a:xfrm>
                <a:off x="3095018" y="3153552"/>
                <a:ext cx="36000" cy="36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a:extLst>
                  <a:ext uri="{FF2B5EF4-FFF2-40B4-BE49-F238E27FC236}">
                    <a16:creationId xmlns:a16="http://schemas.microsoft.com/office/drawing/2014/main" id="{AD687C4D-568C-4D1F-ABCD-E6C8D0FE1581}"/>
                  </a:ext>
                </a:extLst>
              </p:cNvPr>
              <p:cNvSpPr/>
              <p:nvPr/>
            </p:nvSpPr>
            <p:spPr>
              <a:xfrm>
                <a:off x="3189679" y="3300716"/>
                <a:ext cx="36000" cy="36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0EEC288F-0AC2-42AC-A369-909FBCEDB60C}"/>
                  </a:ext>
                </a:extLst>
              </p:cNvPr>
              <p:cNvSpPr/>
              <p:nvPr/>
            </p:nvSpPr>
            <p:spPr>
              <a:xfrm>
                <a:off x="3274155" y="3247232"/>
                <a:ext cx="36000" cy="36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a:extLst>
                  <a:ext uri="{FF2B5EF4-FFF2-40B4-BE49-F238E27FC236}">
                    <a16:creationId xmlns:a16="http://schemas.microsoft.com/office/drawing/2014/main" id="{B964D517-C404-4ADD-8FAC-83434DF62EFD}"/>
                  </a:ext>
                </a:extLst>
              </p:cNvPr>
              <p:cNvSpPr/>
              <p:nvPr/>
            </p:nvSpPr>
            <p:spPr>
              <a:xfrm>
                <a:off x="2955255" y="3530305"/>
                <a:ext cx="36000" cy="36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a:extLst>
                  <a:ext uri="{FF2B5EF4-FFF2-40B4-BE49-F238E27FC236}">
                    <a16:creationId xmlns:a16="http://schemas.microsoft.com/office/drawing/2014/main" id="{5BD3626D-E983-4F2E-B949-FD4F489CE8CD}"/>
                  </a:ext>
                </a:extLst>
              </p:cNvPr>
              <p:cNvSpPr/>
              <p:nvPr/>
            </p:nvSpPr>
            <p:spPr>
              <a:xfrm>
                <a:off x="2830538" y="3720191"/>
                <a:ext cx="36000" cy="36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082E66BB-AEF0-43BB-916A-2DF9D624DD91}"/>
                  </a:ext>
                </a:extLst>
              </p:cNvPr>
              <p:cNvSpPr/>
              <p:nvPr/>
            </p:nvSpPr>
            <p:spPr>
              <a:xfrm>
                <a:off x="3288439" y="3551899"/>
                <a:ext cx="36000" cy="36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8BADE60D-2667-4A92-AD9A-30B88A703B67}"/>
                  </a:ext>
                </a:extLst>
              </p:cNvPr>
              <p:cNvSpPr/>
              <p:nvPr/>
            </p:nvSpPr>
            <p:spPr>
              <a:xfrm>
                <a:off x="3392852" y="3769999"/>
                <a:ext cx="36000" cy="36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文本框 62">
              <a:extLst>
                <a:ext uri="{FF2B5EF4-FFF2-40B4-BE49-F238E27FC236}">
                  <a16:creationId xmlns:a16="http://schemas.microsoft.com/office/drawing/2014/main" id="{764E5B6C-9747-41B7-BAC0-CCC91DEDD17B}"/>
                </a:ext>
              </a:extLst>
            </p:cNvPr>
            <p:cNvSpPr txBox="1"/>
            <p:nvPr/>
          </p:nvSpPr>
          <p:spPr>
            <a:xfrm>
              <a:off x="2274344" y="6204053"/>
              <a:ext cx="1224000" cy="400110"/>
            </a:xfrm>
            <a:prstGeom prst="rect">
              <a:avLst/>
            </a:prstGeom>
            <a:noFill/>
          </p:spPr>
          <p:txBody>
            <a:bodyPr wrap="square" rtlCol="0">
              <a:spAutoFit/>
            </a:bodyPr>
            <a:lstStyle/>
            <a:p>
              <a:pPr algn="ctr"/>
              <a:r>
                <a:rPr lang="zh-CN" altLang="en-US" sz="2000" dirty="0">
                  <a:latin typeface="楷体" panose="02010609060101010101" pitchFamily="49" charset="-122"/>
                  <a:ea typeface="楷体" panose="02010609060101010101" pitchFamily="49" charset="-122"/>
                </a:rPr>
                <a:t>姿态信息</a:t>
              </a:r>
            </a:p>
          </p:txBody>
        </p:sp>
      </p:grpSp>
      <p:grpSp>
        <p:nvGrpSpPr>
          <p:cNvPr id="10" name="组合 9">
            <a:extLst>
              <a:ext uri="{FF2B5EF4-FFF2-40B4-BE49-F238E27FC236}">
                <a16:creationId xmlns:a16="http://schemas.microsoft.com/office/drawing/2014/main" id="{E7841544-6D13-47B6-844F-098EF930D9C8}"/>
              </a:ext>
            </a:extLst>
          </p:cNvPr>
          <p:cNvGrpSpPr/>
          <p:nvPr/>
        </p:nvGrpSpPr>
        <p:grpSpPr>
          <a:xfrm>
            <a:off x="5438064" y="2266635"/>
            <a:ext cx="1292090" cy="2371960"/>
            <a:chOff x="3909960" y="4232203"/>
            <a:chExt cx="1292090" cy="2371960"/>
          </a:xfrm>
        </p:grpSpPr>
        <p:grpSp>
          <p:nvGrpSpPr>
            <p:cNvPr id="80" name="组合 79">
              <a:extLst>
                <a:ext uri="{FF2B5EF4-FFF2-40B4-BE49-F238E27FC236}">
                  <a16:creationId xmlns:a16="http://schemas.microsoft.com/office/drawing/2014/main" id="{D06D2CEC-D60E-44BB-829E-5D49E0C4F53D}"/>
                </a:ext>
              </a:extLst>
            </p:cNvPr>
            <p:cNvGrpSpPr>
              <a:grpSpLocks noChangeAspect="1"/>
            </p:cNvGrpSpPr>
            <p:nvPr/>
          </p:nvGrpSpPr>
          <p:grpSpPr>
            <a:xfrm>
              <a:off x="3909960" y="4232203"/>
              <a:ext cx="1292090" cy="1872000"/>
              <a:chOff x="6705338" y="1734628"/>
              <a:chExt cx="963211" cy="1395517"/>
            </a:xfrm>
          </p:grpSpPr>
          <p:pic>
            <p:nvPicPr>
              <p:cNvPr id="82" name="图片 81" descr="图片包含 图标&#10;&#10;描述已自动生成">
                <a:extLst>
                  <a:ext uri="{FF2B5EF4-FFF2-40B4-BE49-F238E27FC236}">
                    <a16:creationId xmlns:a16="http://schemas.microsoft.com/office/drawing/2014/main" id="{8CA2C6E5-7725-4CCF-B23B-C44CDEC0CF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05338" y="1734628"/>
                <a:ext cx="609600" cy="1219200"/>
              </a:xfrm>
              <a:prstGeom prst="rect">
                <a:avLst/>
              </a:prstGeom>
            </p:spPr>
          </p:pic>
          <p:pic>
            <p:nvPicPr>
              <p:cNvPr id="83" name="图片 82">
                <a:extLst>
                  <a:ext uri="{FF2B5EF4-FFF2-40B4-BE49-F238E27FC236}">
                    <a16:creationId xmlns:a16="http://schemas.microsoft.com/office/drawing/2014/main" id="{920BC523-57D7-4C30-9A39-98718823C8D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058949" y="1910945"/>
                <a:ext cx="609600" cy="1219200"/>
              </a:xfrm>
              <a:prstGeom prst="rect">
                <a:avLst/>
              </a:prstGeom>
            </p:spPr>
          </p:pic>
        </p:grpSp>
        <p:sp>
          <p:nvSpPr>
            <p:cNvPr id="64" name="文本框 63">
              <a:extLst>
                <a:ext uri="{FF2B5EF4-FFF2-40B4-BE49-F238E27FC236}">
                  <a16:creationId xmlns:a16="http://schemas.microsoft.com/office/drawing/2014/main" id="{E7A39287-D4D3-4B51-9695-09CC5E580ED5}"/>
                </a:ext>
              </a:extLst>
            </p:cNvPr>
            <p:cNvSpPr txBox="1"/>
            <p:nvPr/>
          </p:nvSpPr>
          <p:spPr>
            <a:xfrm>
              <a:off x="3943325" y="6204053"/>
              <a:ext cx="1224000" cy="400110"/>
            </a:xfrm>
            <a:prstGeom prst="rect">
              <a:avLst/>
            </a:prstGeom>
            <a:noFill/>
          </p:spPr>
          <p:txBody>
            <a:bodyPr wrap="square" rtlCol="0">
              <a:spAutoFit/>
            </a:bodyPr>
            <a:lstStyle/>
            <a:p>
              <a:pPr algn="ctr"/>
              <a:r>
                <a:rPr lang="zh-CN" altLang="en-US" sz="2000" dirty="0">
                  <a:latin typeface="楷体" panose="02010609060101010101" pitchFamily="49" charset="-122"/>
                  <a:ea typeface="楷体" panose="02010609060101010101" pitchFamily="49" charset="-122"/>
                </a:rPr>
                <a:t>分割信息</a:t>
              </a:r>
            </a:p>
          </p:txBody>
        </p:sp>
      </p:grpSp>
      <p:grpSp>
        <p:nvGrpSpPr>
          <p:cNvPr id="12" name="组合 11">
            <a:extLst>
              <a:ext uri="{FF2B5EF4-FFF2-40B4-BE49-F238E27FC236}">
                <a16:creationId xmlns:a16="http://schemas.microsoft.com/office/drawing/2014/main" id="{31413D8F-5A82-4511-901B-3F00B505312A}"/>
              </a:ext>
            </a:extLst>
          </p:cNvPr>
          <p:cNvGrpSpPr/>
          <p:nvPr/>
        </p:nvGrpSpPr>
        <p:grpSpPr>
          <a:xfrm>
            <a:off x="7649456" y="2266635"/>
            <a:ext cx="1591578" cy="2371960"/>
            <a:chOff x="5757667" y="4232203"/>
            <a:chExt cx="1591578" cy="2371960"/>
          </a:xfrm>
        </p:grpSpPr>
        <p:pic>
          <p:nvPicPr>
            <p:cNvPr id="85" name="图片 84" descr="穿着蓝色衣服的人&#10;&#10;描述已自动生成">
              <a:extLst>
                <a:ext uri="{FF2B5EF4-FFF2-40B4-BE49-F238E27FC236}">
                  <a16:creationId xmlns:a16="http://schemas.microsoft.com/office/drawing/2014/main" id="{E8F54F19-579C-41E6-8DC5-CFB4EF4CA52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57667" y="4232203"/>
              <a:ext cx="936000" cy="1872000"/>
            </a:xfrm>
            <a:prstGeom prst="rect">
              <a:avLst/>
            </a:prstGeom>
          </p:spPr>
        </p:pic>
        <p:sp>
          <p:nvSpPr>
            <p:cNvPr id="65" name="文本框 64">
              <a:extLst>
                <a:ext uri="{FF2B5EF4-FFF2-40B4-BE49-F238E27FC236}">
                  <a16:creationId xmlns:a16="http://schemas.microsoft.com/office/drawing/2014/main" id="{D898286E-E0CF-4AAB-90E6-72B7EA53CC39}"/>
                </a:ext>
              </a:extLst>
            </p:cNvPr>
            <p:cNvSpPr txBox="1"/>
            <p:nvPr/>
          </p:nvSpPr>
          <p:spPr>
            <a:xfrm>
              <a:off x="6125245" y="6204053"/>
              <a:ext cx="1224000" cy="400110"/>
            </a:xfrm>
            <a:prstGeom prst="rect">
              <a:avLst/>
            </a:prstGeom>
            <a:noFill/>
          </p:spPr>
          <p:txBody>
            <a:bodyPr wrap="square" rtlCol="0">
              <a:spAutoFit/>
            </a:bodyPr>
            <a:lstStyle/>
            <a:p>
              <a:pPr algn="ctr"/>
              <a:r>
                <a:rPr lang="zh-CN" altLang="en-US" sz="2000" dirty="0">
                  <a:latin typeface="楷体" panose="02010609060101010101" pitchFamily="49" charset="-122"/>
                  <a:ea typeface="楷体" panose="02010609060101010101" pitchFamily="49" charset="-122"/>
                </a:rPr>
                <a:t>属性信息</a:t>
              </a:r>
            </a:p>
          </p:txBody>
        </p:sp>
      </p:grpSp>
      <p:sp>
        <p:nvSpPr>
          <p:cNvPr id="60" name="文本框 59">
            <a:extLst>
              <a:ext uri="{FF2B5EF4-FFF2-40B4-BE49-F238E27FC236}">
                <a16:creationId xmlns:a16="http://schemas.microsoft.com/office/drawing/2014/main" id="{A5D487A6-1E3D-4C56-9D8D-98FC326FE74B}"/>
              </a:ext>
            </a:extLst>
          </p:cNvPr>
          <p:cNvSpPr txBox="1"/>
          <p:nvPr/>
        </p:nvSpPr>
        <p:spPr>
          <a:xfrm>
            <a:off x="1108834" y="1393068"/>
            <a:ext cx="9005484" cy="504369"/>
          </a:xfrm>
          <a:prstGeom prst="rect">
            <a:avLst/>
          </a:prstGeom>
          <a:noFill/>
        </p:spPr>
        <p:txBody>
          <a:bodyPr wrap="square">
            <a:spAutoFit/>
          </a:bodyPr>
          <a:lstStyle/>
          <a:p>
            <a:pPr>
              <a:lnSpc>
                <a:spcPct val="130000"/>
              </a:lnSpc>
            </a:pPr>
            <a:r>
              <a:rPr lang="zh-CN" altLang="en-US" sz="2400" dirty="0">
                <a:latin typeface="楷体" panose="02010609060101010101" pitchFamily="49" charset="-122"/>
                <a:ea typeface="楷体" panose="02010609060101010101" pitchFamily="49" charset="-122"/>
              </a:rPr>
              <a:t>行人外观类内差异大、类间差异小，需要提取更复杂的局部特征。</a:t>
            </a:r>
            <a:endParaRPr lang="en-US" altLang="zh-CN" sz="2400" dirty="0">
              <a:latin typeface="楷体" panose="02010609060101010101" pitchFamily="49" charset="-122"/>
              <a:ea typeface="楷体" panose="02010609060101010101" pitchFamily="49" charset="-122"/>
            </a:endParaRPr>
          </a:p>
        </p:txBody>
      </p:sp>
      <p:sp>
        <p:nvSpPr>
          <p:cNvPr id="50" name="文本框 49">
            <a:extLst>
              <a:ext uri="{FF2B5EF4-FFF2-40B4-BE49-F238E27FC236}">
                <a16:creationId xmlns:a16="http://schemas.microsoft.com/office/drawing/2014/main" id="{4C56FCC0-8B21-4F92-9AA9-41BA17D3DED9}"/>
              </a:ext>
            </a:extLst>
          </p:cNvPr>
          <p:cNvSpPr txBox="1"/>
          <p:nvPr/>
        </p:nvSpPr>
        <p:spPr>
          <a:xfrm>
            <a:off x="1108834" y="4967562"/>
            <a:ext cx="9562630" cy="984500"/>
          </a:xfrm>
          <a:prstGeom prst="rect">
            <a:avLst/>
          </a:prstGeom>
          <a:noFill/>
        </p:spPr>
        <p:txBody>
          <a:bodyPr wrap="square">
            <a:spAutoFit/>
          </a:bodyPr>
          <a:lstStyle/>
          <a:p>
            <a:pPr>
              <a:lnSpc>
                <a:spcPct val="130000"/>
              </a:lnSpc>
            </a:pPr>
            <a:r>
              <a:rPr lang="zh-CN" altLang="en-US" sz="2400" dirty="0">
                <a:latin typeface="楷体" panose="02010609060101010101" pitchFamily="49" charset="-122"/>
                <a:ea typeface="楷体" panose="02010609060101010101" pitchFamily="49" charset="-122"/>
              </a:rPr>
              <a:t>行人属性包含丰富的语义信息，可以提供关键的判别线索。</a:t>
            </a:r>
            <a:endParaRPr lang="en-US" altLang="zh-CN" sz="2400" dirty="0">
              <a:latin typeface="楷体" panose="02010609060101010101" pitchFamily="49" charset="-122"/>
              <a:ea typeface="楷体" panose="02010609060101010101" pitchFamily="49" charset="-122"/>
            </a:endParaRPr>
          </a:p>
          <a:p>
            <a:pPr>
              <a:lnSpc>
                <a:spcPct val="130000"/>
              </a:lnSpc>
            </a:pPr>
            <a:r>
              <a:rPr lang="zh-CN" altLang="en-US" sz="2400" dirty="0">
                <a:latin typeface="楷体" panose="02010609060101010101" pitchFamily="49" charset="-122"/>
                <a:ea typeface="楷体" panose="02010609060101010101" pitchFamily="49" charset="-122"/>
              </a:rPr>
              <a:t>现有方法使用一个网络提取两个任务的特征；对所有属性同等对待。</a:t>
            </a:r>
            <a:endParaRPr lang="en-US" altLang="zh-CN" sz="24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264414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637200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属性特征学习与融合模型</a:t>
            </a:r>
          </a:p>
        </p:txBody>
      </p:sp>
      <p:sp>
        <p:nvSpPr>
          <p:cNvPr id="669" name="文本框 668">
            <a:extLst>
              <a:ext uri="{FF2B5EF4-FFF2-40B4-BE49-F238E27FC236}">
                <a16:creationId xmlns:a16="http://schemas.microsoft.com/office/drawing/2014/main" id="{6FBF1508-A1CD-4B2B-BDF9-99833FEC0C4D}"/>
              </a:ext>
            </a:extLst>
          </p:cNvPr>
          <p:cNvSpPr txBox="1"/>
          <p:nvPr/>
        </p:nvSpPr>
        <p:spPr>
          <a:xfrm>
            <a:off x="8127325" y="1799074"/>
            <a:ext cx="3939704" cy="3865289"/>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加入属性信息，行人重识别和属性识别的多任务网络；</a:t>
            </a:r>
            <a:endParaRPr lang="en-US" altLang="zh-CN" sz="2400" dirty="0">
              <a:latin typeface="楷体" panose="02010609060101010101" pitchFamily="49" charset="-122"/>
              <a:ea typeface="楷体" panose="02010609060101010101" pitchFamily="49" charset="-122"/>
            </a:endParaRPr>
          </a:p>
          <a:p>
            <a:pPr marL="342900" indent="-342900">
              <a:lnSpc>
                <a:spcPct val="130000"/>
              </a:lnSpc>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全局特征学习，标签平滑；</a:t>
            </a:r>
            <a:endParaRPr lang="en-US" altLang="zh-CN" sz="2400" dirty="0">
              <a:latin typeface="楷体" panose="02010609060101010101" pitchFamily="49" charset="-122"/>
              <a:ea typeface="楷体" panose="02010609060101010101" pitchFamily="49" charset="-122"/>
            </a:endParaRPr>
          </a:p>
          <a:p>
            <a:pPr marL="342900" indent="-342900">
              <a:lnSpc>
                <a:spcPct val="130000"/>
              </a:lnSpc>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属性特征学习，加权的</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Focal Loss</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marL="342900" indent="-342900">
              <a:lnSpc>
                <a:spcPct val="130000"/>
              </a:lnSpc>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自适应地生成属性权重，调整属性的重要性。</a:t>
            </a:r>
            <a:endParaRPr lang="en-US" altLang="zh-CN" sz="2400" dirty="0">
              <a:latin typeface="楷体" panose="02010609060101010101" pitchFamily="49" charset="-122"/>
              <a:ea typeface="楷体" panose="02010609060101010101" pitchFamily="49" charset="-122"/>
            </a:endParaRPr>
          </a:p>
        </p:txBody>
      </p:sp>
      <p:grpSp>
        <p:nvGrpSpPr>
          <p:cNvPr id="28" name="组合 27">
            <a:extLst>
              <a:ext uri="{FF2B5EF4-FFF2-40B4-BE49-F238E27FC236}">
                <a16:creationId xmlns:a16="http://schemas.microsoft.com/office/drawing/2014/main" id="{7FBDAF10-8C39-4174-B631-195E7265893B}"/>
              </a:ext>
            </a:extLst>
          </p:cNvPr>
          <p:cNvGrpSpPr/>
          <p:nvPr/>
        </p:nvGrpSpPr>
        <p:grpSpPr>
          <a:xfrm>
            <a:off x="219220" y="1595017"/>
            <a:ext cx="7738482" cy="4536000"/>
            <a:chOff x="219220" y="1595017"/>
            <a:chExt cx="7738482" cy="4536000"/>
          </a:xfrm>
        </p:grpSpPr>
        <p:sp>
          <p:nvSpPr>
            <p:cNvPr id="514" name="矩形 513">
              <a:extLst>
                <a:ext uri="{FF2B5EF4-FFF2-40B4-BE49-F238E27FC236}">
                  <a16:creationId xmlns:a16="http://schemas.microsoft.com/office/drawing/2014/main" id="{C8B3770F-CCD3-4A8D-A9FA-DBEE5EB9C683}"/>
                </a:ext>
              </a:extLst>
            </p:cNvPr>
            <p:cNvSpPr/>
            <p:nvPr/>
          </p:nvSpPr>
          <p:spPr>
            <a:xfrm>
              <a:off x="279667" y="1602809"/>
              <a:ext cx="7678035" cy="452733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dirty="0"/>
            </a:p>
          </p:txBody>
        </p:sp>
        <p:sp>
          <p:nvSpPr>
            <p:cNvPr id="585" name="矩形 584">
              <a:extLst>
                <a:ext uri="{FF2B5EF4-FFF2-40B4-BE49-F238E27FC236}">
                  <a16:creationId xmlns:a16="http://schemas.microsoft.com/office/drawing/2014/main" id="{962F4A02-BC55-4C2E-A117-67404BC735AF}"/>
                </a:ext>
              </a:extLst>
            </p:cNvPr>
            <p:cNvSpPr/>
            <p:nvPr/>
          </p:nvSpPr>
          <p:spPr>
            <a:xfrm>
              <a:off x="219220" y="1595017"/>
              <a:ext cx="5316139" cy="4527330"/>
            </a:xfrm>
            <a:prstGeom prst="rect">
              <a:avLst/>
            </a:prstGeom>
            <a:noFill/>
            <a:ln w="952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51" name="圆角矩形 2">
              <a:extLst>
                <a:ext uri="{FF2B5EF4-FFF2-40B4-BE49-F238E27FC236}">
                  <a16:creationId xmlns:a16="http://schemas.microsoft.com/office/drawing/2014/main" id="{8A42ED59-7E50-4403-BCCE-3E418A1FF621}"/>
                </a:ext>
              </a:extLst>
            </p:cNvPr>
            <p:cNvSpPr/>
            <p:nvPr/>
          </p:nvSpPr>
          <p:spPr>
            <a:xfrm>
              <a:off x="304900" y="5608246"/>
              <a:ext cx="1835593" cy="408588"/>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52" name="矩形 651">
              <a:extLst>
                <a:ext uri="{FF2B5EF4-FFF2-40B4-BE49-F238E27FC236}">
                  <a16:creationId xmlns:a16="http://schemas.microsoft.com/office/drawing/2014/main" id="{0406F953-48E3-483A-8A32-A7CBB9BDB7E7}"/>
                </a:ext>
              </a:extLst>
            </p:cNvPr>
            <p:cNvSpPr/>
            <p:nvPr/>
          </p:nvSpPr>
          <p:spPr>
            <a:xfrm>
              <a:off x="378960" y="5667263"/>
              <a:ext cx="1685078" cy="292388"/>
            </a:xfrm>
            <a:prstGeom prst="rect">
              <a:avLst/>
            </a:prstGeom>
          </p:spPr>
          <p:txBody>
            <a:bodyPr wrap="none">
              <a:spAutoFit/>
            </a:bodyPr>
            <a:lstStyle/>
            <a:p>
              <a:pPr algn="ctr"/>
              <a:r>
                <a:rPr lang="zh-CN" sz="1300" kern="1200" dirty="0">
                  <a:solidFill>
                    <a:srgbClr val="FFFFFF"/>
                  </a:solidFill>
                  <a:effectLst/>
                  <a:latin typeface="宋体" panose="02010600030101010101" pitchFamily="2" charset="-122"/>
                  <a:ea typeface="宋体" panose="02010600030101010101" pitchFamily="2" charset="-122"/>
                  <a:cs typeface="Times New Roman" panose="02020603050405020304" pitchFamily="18" charset="0"/>
                </a:rPr>
                <a:t>训练、测试特征提取</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647" name="立方体 646">
              <a:extLst>
                <a:ext uri="{FF2B5EF4-FFF2-40B4-BE49-F238E27FC236}">
                  <a16:creationId xmlns:a16="http://schemas.microsoft.com/office/drawing/2014/main" id="{8BA7635E-222F-4999-8BE0-A79E10CC190B}"/>
                </a:ext>
              </a:extLst>
            </p:cNvPr>
            <p:cNvSpPr/>
            <p:nvPr/>
          </p:nvSpPr>
          <p:spPr>
            <a:xfrm>
              <a:off x="3926837" y="5461520"/>
              <a:ext cx="285245" cy="296785"/>
            </a:xfrm>
            <a:prstGeom prst="cube">
              <a:avLst>
                <a:gd name="adj" fmla="val 89376"/>
              </a:avLst>
            </a:prstGeom>
            <a:gradFill flip="none" rotWithShape="1">
              <a:gsLst>
                <a:gs pos="0">
                  <a:srgbClr val="00B0F0"/>
                </a:gs>
                <a:gs pos="100000">
                  <a:srgbClr val="C00000"/>
                </a:gs>
                <a:gs pos="70000">
                  <a:srgbClr val="FFC000"/>
                </a:gs>
                <a:gs pos="33000">
                  <a:srgbClr val="92D050"/>
                </a:gs>
              </a:gsLst>
              <a:lin ang="21594000" scaled="0"/>
              <a:tileRect/>
            </a:gra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48" name="右箭头 240">
              <a:extLst>
                <a:ext uri="{FF2B5EF4-FFF2-40B4-BE49-F238E27FC236}">
                  <a16:creationId xmlns:a16="http://schemas.microsoft.com/office/drawing/2014/main" id="{A7A431F5-B3CD-469E-A05C-61C114B96E7E}"/>
                </a:ext>
              </a:extLst>
            </p:cNvPr>
            <p:cNvSpPr/>
            <p:nvPr/>
          </p:nvSpPr>
          <p:spPr>
            <a:xfrm>
              <a:off x="4418973" y="5340788"/>
              <a:ext cx="257583" cy="538249"/>
            </a:xfrm>
            <a:prstGeom prst="rightArrow">
              <a:avLst/>
            </a:prstGeom>
            <a:solidFill>
              <a:schemeClr val="accent1">
                <a:lumMod val="40000"/>
                <a:lumOff val="6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cxnSp>
          <p:nvCxnSpPr>
            <p:cNvPr id="649" name="直接箭头连接符 648">
              <a:extLst>
                <a:ext uri="{FF2B5EF4-FFF2-40B4-BE49-F238E27FC236}">
                  <a16:creationId xmlns:a16="http://schemas.microsoft.com/office/drawing/2014/main" id="{3E0934FD-8881-44EC-B0EA-4B836E18D2E8}"/>
                </a:ext>
              </a:extLst>
            </p:cNvPr>
            <p:cNvCxnSpPr>
              <a:cxnSpLocks/>
            </p:cNvCxnSpPr>
            <p:nvPr/>
          </p:nvCxnSpPr>
          <p:spPr>
            <a:xfrm>
              <a:off x="4069459" y="4820412"/>
              <a:ext cx="0" cy="5588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0" name="文本框 39">
              <a:extLst>
                <a:ext uri="{FF2B5EF4-FFF2-40B4-BE49-F238E27FC236}">
                  <a16:creationId xmlns:a16="http://schemas.microsoft.com/office/drawing/2014/main" id="{B756FECC-CA98-4BF3-A1C1-F213AC9CD0A4}"/>
                </a:ext>
              </a:extLst>
            </p:cNvPr>
            <p:cNvSpPr txBox="1"/>
            <p:nvPr/>
          </p:nvSpPr>
          <p:spPr>
            <a:xfrm>
              <a:off x="3977908" y="5575779"/>
              <a:ext cx="295274" cy="292388"/>
            </a:xfrm>
            <a:prstGeom prst="rect">
              <a:avLst/>
            </a:prstGeom>
            <a:noFill/>
          </p:spPr>
          <p:txBody>
            <a:bodyPr wrap="none" rtlCol="0">
              <a:spAutoFit/>
            </a:bodyPr>
            <a:lstStyle/>
            <a:p>
              <a:pPr algn="ctr"/>
              <a:r>
                <a:rPr lang="en-US" sz="1300" b="1" i="1" kern="12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w</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cxnSp>
          <p:nvCxnSpPr>
            <p:cNvPr id="644" name="直接箭头连接符 643">
              <a:extLst>
                <a:ext uri="{FF2B5EF4-FFF2-40B4-BE49-F238E27FC236}">
                  <a16:creationId xmlns:a16="http://schemas.microsoft.com/office/drawing/2014/main" id="{EEAA4824-EB0E-4910-9FBF-6FA6E181CD44}"/>
                </a:ext>
              </a:extLst>
            </p:cNvPr>
            <p:cNvCxnSpPr>
              <a:cxnSpLocks/>
            </p:cNvCxnSpPr>
            <p:nvPr/>
          </p:nvCxnSpPr>
          <p:spPr>
            <a:xfrm>
              <a:off x="5131101" y="4873153"/>
              <a:ext cx="0" cy="301255"/>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45" name="文本框 40">
              <a:extLst>
                <a:ext uri="{FF2B5EF4-FFF2-40B4-BE49-F238E27FC236}">
                  <a16:creationId xmlns:a16="http://schemas.microsoft.com/office/drawing/2014/main" id="{6B013BCF-1ED7-49C7-A06B-B6AE18121C62}"/>
                </a:ext>
              </a:extLst>
            </p:cNvPr>
            <p:cNvSpPr txBox="1"/>
            <p:nvPr/>
          </p:nvSpPr>
          <p:spPr>
            <a:xfrm>
              <a:off x="5105285" y="5580621"/>
              <a:ext cx="351378" cy="292388"/>
            </a:xfrm>
            <a:prstGeom prst="rect">
              <a:avLst/>
            </a:prstGeom>
            <a:noFill/>
          </p:spPr>
          <p:txBody>
            <a:bodyPr wrap="none" rtlCol="0">
              <a:spAutoFit/>
            </a:bodyPr>
            <a:lstStyle/>
            <a:p>
              <a:pPr algn="ctr"/>
              <a:r>
                <a:rPr lang="en-US" sz="1300" b="1" i="1" kern="1200" dirty="0" err="1">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h</a:t>
              </a:r>
              <a:r>
                <a:rPr lang="en-US" sz="1300" i="1" kern="1200" baseline="-25000" dirty="0" err="1">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w</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grpSp>
          <p:nvGrpSpPr>
            <p:cNvPr id="13" name="组合 12">
              <a:extLst>
                <a:ext uri="{FF2B5EF4-FFF2-40B4-BE49-F238E27FC236}">
                  <a16:creationId xmlns:a16="http://schemas.microsoft.com/office/drawing/2014/main" id="{53965287-E559-4E81-9F07-61810117487B}"/>
                </a:ext>
              </a:extLst>
            </p:cNvPr>
            <p:cNvGrpSpPr/>
            <p:nvPr/>
          </p:nvGrpSpPr>
          <p:grpSpPr>
            <a:xfrm>
              <a:off x="4787672" y="5266094"/>
              <a:ext cx="686859" cy="687637"/>
              <a:chOff x="4782218" y="5266094"/>
              <a:chExt cx="686859" cy="687637"/>
            </a:xfrm>
          </p:grpSpPr>
          <p:sp>
            <p:nvSpPr>
              <p:cNvPr id="643" name="立方体 642">
                <a:extLst>
                  <a:ext uri="{FF2B5EF4-FFF2-40B4-BE49-F238E27FC236}">
                    <a16:creationId xmlns:a16="http://schemas.microsoft.com/office/drawing/2014/main" id="{056B5C6A-E85A-43DB-BBD6-946830BA8579}"/>
                  </a:ext>
                </a:extLst>
              </p:cNvPr>
              <p:cNvSpPr/>
              <p:nvPr/>
            </p:nvSpPr>
            <p:spPr>
              <a:xfrm>
                <a:off x="4911316" y="5379457"/>
                <a:ext cx="428663" cy="460911"/>
              </a:xfrm>
              <a:prstGeom prst="cube">
                <a:avLst>
                  <a:gd name="adj" fmla="val 89376"/>
                </a:avLst>
              </a:prstGeom>
              <a:solidFill>
                <a:schemeClr val="accent1">
                  <a:lumMod val="75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46" name="矩形 645">
                <a:extLst>
                  <a:ext uri="{FF2B5EF4-FFF2-40B4-BE49-F238E27FC236}">
                    <a16:creationId xmlns:a16="http://schemas.microsoft.com/office/drawing/2014/main" id="{B0494B71-A99A-4B2C-86CD-142692E29BC7}"/>
                  </a:ext>
                </a:extLst>
              </p:cNvPr>
              <p:cNvSpPr/>
              <p:nvPr/>
            </p:nvSpPr>
            <p:spPr>
              <a:xfrm>
                <a:off x="4782218" y="5266094"/>
                <a:ext cx="686859" cy="687637"/>
              </a:xfrm>
              <a:prstGeom prst="rect">
                <a:avLst/>
              </a:pr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grpSp>
        <p:sp>
          <p:nvSpPr>
            <p:cNvPr id="635" name="文本框 34">
              <a:extLst>
                <a:ext uri="{FF2B5EF4-FFF2-40B4-BE49-F238E27FC236}">
                  <a16:creationId xmlns:a16="http://schemas.microsoft.com/office/drawing/2014/main" id="{027A9B55-835E-4E83-B214-4D46676FF471}"/>
                </a:ext>
              </a:extLst>
            </p:cNvPr>
            <p:cNvSpPr txBox="1"/>
            <p:nvPr/>
          </p:nvSpPr>
          <p:spPr>
            <a:xfrm>
              <a:off x="5114101" y="3786692"/>
              <a:ext cx="333746" cy="292388"/>
            </a:xfrm>
            <a:prstGeom prst="rect">
              <a:avLst/>
            </a:prstGeom>
            <a:noFill/>
          </p:spPr>
          <p:txBody>
            <a:bodyPr wrap="none" rtlCol="0">
              <a:spAutoFit/>
            </a:bodyPr>
            <a:lstStyle/>
            <a:p>
              <a:pPr algn="ctr"/>
              <a:r>
                <a:rPr lang="en-US" sz="1300" b="1" i="1" kern="12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h</a:t>
              </a:r>
              <a:r>
                <a:rPr lang="en-US" sz="1300" kern="1200" baseline="300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1</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grpSp>
          <p:nvGrpSpPr>
            <p:cNvPr id="12" name="组合 11">
              <a:extLst>
                <a:ext uri="{FF2B5EF4-FFF2-40B4-BE49-F238E27FC236}">
                  <a16:creationId xmlns:a16="http://schemas.microsoft.com/office/drawing/2014/main" id="{A78C523A-4B32-406F-9797-CB550689220A}"/>
                </a:ext>
              </a:extLst>
            </p:cNvPr>
            <p:cNvGrpSpPr/>
            <p:nvPr/>
          </p:nvGrpSpPr>
          <p:grpSpPr>
            <a:xfrm>
              <a:off x="4809582" y="3538866"/>
              <a:ext cx="643038" cy="1139332"/>
              <a:chOff x="4836947" y="3538866"/>
              <a:chExt cx="643038" cy="1139332"/>
            </a:xfrm>
          </p:grpSpPr>
          <p:sp>
            <p:nvSpPr>
              <p:cNvPr id="633" name="文本框 96">
                <a:extLst>
                  <a:ext uri="{FF2B5EF4-FFF2-40B4-BE49-F238E27FC236}">
                    <a16:creationId xmlns:a16="http://schemas.microsoft.com/office/drawing/2014/main" id="{A78999D8-F2F1-4565-986B-E2B299D45319}"/>
                  </a:ext>
                </a:extLst>
              </p:cNvPr>
              <p:cNvSpPr txBox="1"/>
              <p:nvPr/>
            </p:nvSpPr>
            <p:spPr>
              <a:xfrm rot="5400000">
                <a:off x="5040551" y="3929617"/>
                <a:ext cx="266126" cy="355036"/>
              </a:xfrm>
              <a:prstGeom prst="rect">
                <a:avLst/>
              </a:prstGeom>
              <a:noFill/>
              <a:ln w="6350">
                <a:noFill/>
              </a:ln>
            </p:spPr>
            <p:txBody>
              <a:bodyPr rot="0" spcFirstLastPara="0" vert="horz" wrap="none" lIns="36000" tIns="0" rIns="36000" bIns="72000" numCol="1" spcCol="0" rtlCol="0" fromWordArt="0" anchor="ctr" anchorCtr="1" forceAA="0" compatLnSpc="1">
                <a:prstTxWarp prst="textNoShape">
                  <a:avLst/>
                </a:prstTxWarp>
                <a:noAutofit/>
              </a:bodyPr>
              <a:lstStyle/>
              <a:p>
                <a:pPr algn="ctr"/>
                <a:r>
                  <a:rPr lang="en-US" sz="1300" b="1" kern="12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637" name="立方体 636">
                <a:extLst>
                  <a:ext uri="{FF2B5EF4-FFF2-40B4-BE49-F238E27FC236}">
                    <a16:creationId xmlns:a16="http://schemas.microsoft.com/office/drawing/2014/main" id="{4A26D92F-0F46-47B4-AA13-DB99396F7C29}"/>
                  </a:ext>
                </a:extLst>
              </p:cNvPr>
              <p:cNvSpPr/>
              <p:nvPr/>
            </p:nvSpPr>
            <p:spPr>
              <a:xfrm>
                <a:off x="4943606" y="4160932"/>
                <a:ext cx="429720" cy="461651"/>
              </a:xfrm>
              <a:prstGeom prst="cube">
                <a:avLst>
                  <a:gd name="adj" fmla="val 89376"/>
                </a:avLst>
              </a:prstGeom>
              <a:solidFill>
                <a:schemeClr val="accent4"/>
              </a:solid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38" name="矩形 637">
                <a:extLst>
                  <a:ext uri="{FF2B5EF4-FFF2-40B4-BE49-F238E27FC236}">
                    <a16:creationId xmlns:a16="http://schemas.microsoft.com/office/drawing/2014/main" id="{6F9466FB-1B75-4922-A79E-7D769437316A}"/>
                  </a:ext>
                </a:extLst>
              </p:cNvPr>
              <p:cNvSpPr/>
              <p:nvPr/>
            </p:nvSpPr>
            <p:spPr>
              <a:xfrm>
                <a:off x="4836947" y="3538866"/>
                <a:ext cx="643038" cy="1139332"/>
              </a:xfrm>
              <a:prstGeom prst="rect">
                <a:avLst/>
              </a:prstGeom>
              <a:no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39" name="立方体 638">
                <a:extLst>
                  <a:ext uri="{FF2B5EF4-FFF2-40B4-BE49-F238E27FC236}">
                    <a16:creationId xmlns:a16="http://schemas.microsoft.com/office/drawing/2014/main" id="{DC547D2E-43DA-4278-A08F-F82BA219E69D}"/>
                  </a:ext>
                </a:extLst>
              </p:cNvPr>
              <p:cNvSpPr/>
              <p:nvPr/>
            </p:nvSpPr>
            <p:spPr>
              <a:xfrm>
                <a:off x="4943846" y="3590704"/>
                <a:ext cx="429241" cy="461112"/>
              </a:xfrm>
              <a:prstGeom prst="cube">
                <a:avLst>
                  <a:gd name="adj" fmla="val 89376"/>
                </a:avLst>
              </a:prstGeom>
              <a:solidFill>
                <a:schemeClr val="accent4">
                  <a:lumMod val="40000"/>
                  <a:lumOff val="60000"/>
                </a:schemeClr>
              </a:solidFill>
              <a:ln w="635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dirty="0"/>
              </a:p>
            </p:txBody>
          </p:sp>
        </p:grpSp>
        <p:sp>
          <p:nvSpPr>
            <p:cNvPr id="640" name="文本框 35">
              <a:extLst>
                <a:ext uri="{FF2B5EF4-FFF2-40B4-BE49-F238E27FC236}">
                  <a16:creationId xmlns:a16="http://schemas.microsoft.com/office/drawing/2014/main" id="{1900ABCF-04D2-4333-9FC3-0B110CF4B575}"/>
                </a:ext>
              </a:extLst>
            </p:cNvPr>
            <p:cNvSpPr txBox="1"/>
            <p:nvPr/>
          </p:nvSpPr>
          <p:spPr>
            <a:xfrm>
              <a:off x="5095667" y="4350178"/>
              <a:ext cx="370614" cy="292388"/>
            </a:xfrm>
            <a:prstGeom prst="rect">
              <a:avLst/>
            </a:prstGeom>
            <a:noFill/>
          </p:spPr>
          <p:txBody>
            <a:bodyPr wrap="none" rtlCol="0">
              <a:spAutoFit/>
            </a:bodyPr>
            <a:lstStyle/>
            <a:p>
              <a:pPr algn="ctr"/>
              <a:r>
                <a:rPr lang="en-US" sz="1300" b="1" i="1" kern="1200" dirty="0" err="1">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h</a:t>
              </a:r>
              <a:r>
                <a:rPr lang="en-US" sz="1300" i="1" kern="1200" baseline="30000" dirty="0" err="1">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M</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629" name="左大括号 628">
              <a:extLst>
                <a:ext uri="{FF2B5EF4-FFF2-40B4-BE49-F238E27FC236}">
                  <a16:creationId xmlns:a16="http://schemas.microsoft.com/office/drawing/2014/main" id="{B181334F-15ED-42C8-9255-6F1AB964B0A1}"/>
                </a:ext>
              </a:extLst>
            </p:cNvPr>
            <p:cNvSpPr/>
            <p:nvPr/>
          </p:nvSpPr>
          <p:spPr>
            <a:xfrm>
              <a:off x="4247409" y="3538866"/>
              <a:ext cx="207260" cy="1161001"/>
            </a:xfrm>
            <a:prstGeom prst="leftBrace">
              <a:avLst>
                <a:gd name="adj1" fmla="val 64309"/>
                <a:gd name="adj2" fmla="val 50000"/>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endParaRPr lang="zh-CN" altLang="en-US"/>
            </a:p>
          </p:txBody>
        </p:sp>
        <p:cxnSp>
          <p:nvCxnSpPr>
            <p:cNvPr id="630" name="直接箭头连接符 629">
              <a:extLst>
                <a:ext uri="{FF2B5EF4-FFF2-40B4-BE49-F238E27FC236}">
                  <a16:creationId xmlns:a16="http://schemas.microsoft.com/office/drawing/2014/main" id="{C15C87B1-88CB-459F-98F4-DF1D2886F072}"/>
                </a:ext>
              </a:extLst>
            </p:cNvPr>
            <p:cNvCxnSpPr>
              <a:cxnSpLocks/>
            </p:cNvCxnSpPr>
            <p:nvPr/>
          </p:nvCxnSpPr>
          <p:spPr>
            <a:xfrm>
              <a:off x="4412549" y="3808445"/>
              <a:ext cx="2995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1" name="直接箭头连接符 630">
              <a:extLst>
                <a:ext uri="{FF2B5EF4-FFF2-40B4-BE49-F238E27FC236}">
                  <a16:creationId xmlns:a16="http://schemas.microsoft.com/office/drawing/2014/main" id="{B490D804-96B5-488E-8E57-59C821752698}"/>
                </a:ext>
              </a:extLst>
            </p:cNvPr>
            <p:cNvCxnSpPr>
              <a:cxnSpLocks/>
            </p:cNvCxnSpPr>
            <p:nvPr/>
          </p:nvCxnSpPr>
          <p:spPr>
            <a:xfrm>
              <a:off x="4412549" y="4159743"/>
              <a:ext cx="2995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32" name="文本框 96">
              <a:extLst>
                <a:ext uri="{FF2B5EF4-FFF2-40B4-BE49-F238E27FC236}">
                  <a16:creationId xmlns:a16="http://schemas.microsoft.com/office/drawing/2014/main" id="{8645D7D5-51FD-4EF6-8923-2CB2A98B74BE}"/>
                </a:ext>
              </a:extLst>
            </p:cNvPr>
            <p:cNvSpPr txBox="1"/>
            <p:nvPr/>
          </p:nvSpPr>
          <p:spPr>
            <a:xfrm rot="5400000">
              <a:off x="4440519" y="4294956"/>
              <a:ext cx="266126" cy="355972"/>
            </a:xfrm>
            <a:prstGeom prst="rect">
              <a:avLst/>
            </a:prstGeom>
            <a:noFill/>
            <a:ln w="6350">
              <a:noFill/>
            </a:ln>
          </p:spPr>
          <p:txBody>
            <a:bodyPr rot="0" spcFirstLastPara="0" vert="horz" wrap="none" lIns="36000" tIns="0" rIns="36000" bIns="72000" numCol="1" spcCol="0" rtlCol="0" fromWordArt="0" anchor="ctr" anchorCtr="1" forceAA="0" compatLnSpc="1">
              <a:prstTxWarp prst="textNoShape">
                <a:avLst/>
              </a:prstTxWarp>
              <a:noAutofit/>
            </a:bodyPr>
            <a:lstStyle/>
            <a:p>
              <a:pPr algn="ctr"/>
              <a:r>
                <a:rPr lang="en-US" sz="1300" b="1" kern="12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621" name="矩形 620">
              <a:extLst>
                <a:ext uri="{FF2B5EF4-FFF2-40B4-BE49-F238E27FC236}">
                  <a16:creationId xmlns:a16="http://schemas.microsoft.com/office/drawing/2014/main" id="{571C600C-97CC-43F0-AE56-52CACA2FA59E}"/>
                </a:ext>
              </a:extLst>
            </p:cNvPr>
            <p:cNvSpPr/>
            <p:nvPr/>
          </p:nvSpPr>
          <p:spPr>
            <a:xfrm>
              <a:off x="1844532" y="3622907"/>
              <a:ext cx="945179" cy="41276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300" kern="12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conv5'</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623" name="右箭头 215">
              <a:extLst>
                <a:ext uri="{FF2B5EF4-FFF2-40B4-BE49-F238E27FC236}">
                  <a16:creationId xmlns:a16="http://schemas.microsoft.com/office/drawing/2014/main" id="{A5DE14E9-01DE-4B27-B601-CB94DF274513}"/>
                </a:ext>
              </a:extLst>
            </p:cNvPr>
            <p:cNvSpPr/>
            <p:nvPr/>
          </p:nvSpPr>
          <p:spPr>
            <a:xfrm>
              <a:off x="2151632" y="3982105"/>
              <a:ext cx="259954" cy="535940"/>
            </a:xfrm>
            <a:prstGeom prst="rightArrow">
              <a:avLst/>
            </a:prstGeom>
            <a:solidFill>
              <a:schemeClr val="accent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24" name="立方体 623">
              <a:extLst>
                <a:ext uri="{FF2B5EF4-FFF2-40B4-BE49-F238E27FC236}">
                  <a16:creationId xmlns:a16="http://schemas.microsoft.com/office/drawing/2014/main" id="{52FD5866-73A8-495F-8AC1-4D33B6009F48}"/>
                </a:ext>
              </a:extLst>
            </p:cNvPr>
            <p:cNvSpPr>
              <a:spLocks noChangeAspect="1"/>
            </p:cNvSpPr>
            <p:nvPr/>
          </p:nvSpPr>
          <p:spPr>
            <a:xfrm>
              <a:off x="2478793" y="3503766"/>
              <a:ext cx="741548" cy="1492618"/>
            </a:xfrm>
            <a:prstGeom prst="cube">
              <a:avLst>
                <a:gd name="adj" fmla="val 72756"/>
              </a:avLst>
            </a:prstGeom>
            <a:solidFill>
              <a:schemeClr val="accent4">
                <a:lumMod val="40000"/>
                <a:lumOff val="60000"/>
              </a:schemeClr>
            </a:solidFill>
            <a:ln w="6350">
              <a:solidFill>
                <a:schemeClr val="accent4">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25" name="右箭头 219">
              <a:extLst>
                <a:ext uri="{FF2B5EF4-FFF2-40B4-BE49-F238E27FC236}">
                  <a16:creationId xmlns:a16="http://schemas.microsoft.com/office/drawing/2014/main" id="{1CB999FF-3328-4C8E-A4C7-3DD1BD07EF10}"/>
                </a:ext>
              </a:extLst>
            </p:cNvPr>
            <p:cNvSpPr/>
            <p:nvPr/>
          </p:nvSpPr>
          <p:spPr>
            <a:xfrm>
              <a:off x="3350912" y="3980951"/>
              <a:ext cx="257583" cy="538248"/>
            </a:xfrm>
            <a:prstGeom prst="rightArrow">
              <a:avLst/>
            </a:prstGeom>
            <a:solidFill>
              <a:schemeClr val="accent1">
                <a:lumMod val="40000"/>
                <a:lumOff val="6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26" name="文本框 32">
              <a:extLst>
                <a:ext uri="{FF2B5EF4-FFF2-40B4-BE49-F238E27FC236}">
                  <a16:creationId xmlns:a16="http://schemas.microsoft.com/office/drawing/2014/main" id="{C76936FA-E6AC-4EE1-B0D3-E282C2F2A6A6}"/>
                </a:ext>
              </a:extLst>
            </p:cNvPr>
            <p:cNvSpPr txBox="1"/>
            <p:nvPr/>
          </p:nvSpPr>
          <p:spPr>
            <a:xfrm>
              <a:off x="2801295" y="4088346"/>
              <a:ext cx="287258" cy="292388"/>
            </a:xfrm>
            <a:prstGeom prst="rect">
              <a:avLst/>
            </a:prstGeom>
            <a:noFill/>
          </p:spPr>
          <p:txBody>
            <a:bodyPr wrap="none" rtlCol="0">
              <a:spAutoFit/>
            </a:bodyPr>
            <a:lstStyle/>
            <a:p>
              <a:pPr algn="ctr"/>
              <a:r>
                <a:rPr lang="en-US" sz="1300" i="1" kern="12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A</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627" name="立方体 626">
              <a:extLst>
                <a:ext uri="{FF2B5EF4-FFF2-40B4-BE49-F238E27FC236}">
                  <a16:creationId xmlns:a16="http://schemas.microsoft.com/office/drawing/2014/main" id="{1E0CDE68-6F6E-4516-9FCE-E7D53D4B9149}"/>
                </a:ext>
              </a:extLst>
            </p:cNvPr>
            <p:cNvSpPr/>
            <p:nvPr/>
          </p:nvSpPr>
          <p:spPr>
            <a:xfrm>
              <a:off x="3467625" y="3837832"/>
              <a:ext cx="796211" cy="824487"/>
            </a:xfrm>
            <a:prstGeom prst="cube">
              <a:avLst>
                <a:gd name="adj" fmla="val 94673"/>
              </a:avLst>
            </a:prstGeom>
            <a:solidFill>
              <a:schemeClr val="accent4">
                <a:lumMod val="60000"/>
                <a:lumOff val="40000"/>
              </a:schemeClr>
            </a:solidFill>
            <a:ln w="63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28" name="文本框 38">
              <a:extLst>
                <a:ext uri="{FF2B5EF4-FFF2-40B4-BE49-F238E27FC236}">
                  <a16:creationId xmlns:a16="http://schemas.microsoft.com/office/drawing/2014/main" id="{E357F978-210A-42C7-A049-A988CFFE7E54}"/>
                </a:ext>
              </a:extLst>
            </p:cNvPr>
            <p:cNvSpPr txBox="1"/>
            <p:nvPr/>
          </p:nvSpPr>
          <p:spPr>
            <a:xfrm>
              <a:off x="3831739" y="4226536"/>
              <a:ext cx="240772" cy="292388"/>
            </a:xfrm>
            <a:prstGeom prst="rect">
              <a:avLst/>
            </a:prstGeom>
            <a:noFill/>
          </p:spPr>
          <p:txBody>
            <a:bodyPr wrap="none" rtlCol="0">
              <a:spAutoFit/>
            </a:bodyPr>
            <a:lstStyle/>
            <a:p>
              <a:pPr algn="ctr"/>
              <a:r>
                <a:rPr lang="en-US" sz="1300" b="1" i="1" kern="12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f</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615" name="文本框 33">
              <a:extLst>
                <a:ext uri="{FF2B5EF4-FFF2-40B4-BE49-F238E27FC236}">
                  <a16:creationId xmlns:a16="http://schemas.microsoft.com/office/drawing/2014/main" id="{A49E5A41-457D-48CD-9AFA-14E429F2A006}"/>
                </a:ext>
              </a:extLst>
            </p:cNvPr>
            <p:cNvSpPr txBox="1"/>
            <p:nvPr/>
          </p:nvSpPr>
          <p:spPr>
            <a:xfrm>
              <a:off x="5146963" y="2407663"/>
              <a:ext cx="268022" cy="292388"/>
            </a:xfrm>
            <a:prstGeom prst="rect">
              <a:avLst/>
            </a:prstGeom>
            <a:noFill/>
          </p:spPr>
          <p:txBody>
            <a:bodyPr wrap="none" rtlCol="0">
              <a:spAutoFit/>
            </a:bodyPr>
            <a:lstStyle/>
            <a:p>
              <a:pPr algn="ctr"/>
              <a:r>
                <a:rPr lang="en-US" sz="1300" b="1" i="1" kern="12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g</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grpSp>
          <p:nvGrpSpPr>
            <p:cNvPr id="10" name="组合 9">
              <a:extLst>
                <a:ext uri="{FF2B5EF4-FFF2-40B4-BE49-F238E27FC236}">
                  <a16:creationId xmlns:a16="http://schemas.microsoft.com/office/drawing/2014/main" id="{276BD1A7-C277-4061-9446-0CC8E59375E9}"/>
                </a:ext>
              </a:extLst>
            </p:cNvPr>
            <p:cNvGrpSpPr/>
            <p:nvPr/>
          </p:nvGrpSpPr>
          <p:grpSpPr>
            <a:xfrm>
              <a:off x="4787209" y="2160966"/>
              <a:ext cx="687784" cy="687936"/>
              <a:chOff x="4788141" y="2161218"/>
              <a:chExt cx="687784" cy="687936"/>
            </a:xfrm>
          </p:grpSpPr>
          <p:sp>
            <p:nvSpPr>
              <p:cNvPr id="614" name="立方体 613">
                <a:extLst>
                  <a:ext uri="{FF2B5EF4-FFF2-40B4-BE49-F238E27FC236}">
                    <a16:creationId xmlns:a16="http://schemas.microsoft.com/office/drawing/2014/main" id="{9B4BA097-039B-43BE-9E76-00E9EE0B357D}"/>
                  </a:ext>
                </a:extLst>
              </p:cNvPr>
              <p:cNvSpPr/>
              <p:nvPr/>
            </p:nvSpPr>
            <p:spPr>
              <a:xfrm>
                <a:off x="4917413" y="2274630"/>
                <a:ext cx="429241" cy="461112"/>
              </a:xfrm>
              <a:prstGeom prst="cube">
                <a:avLst>
                  <a:gd name="adj" fmla="val 89376"/>
                </a:avLst>
              </a:prstGeom>
              <a:solidFill>
                <a:schemeClr val="accent2">
                  <a:lumMod val="75000"/>
                </a:schemeClr>
              </a:solidFill>
              <a:ln w="63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16" name="矩形 615">
                <a:extLst>
                  <a:ext uri="{FF2B5EF4-FFF2-40B4-BE49-F238E27FC236}">
                    <a16:creationId xmlns:a16="http://schemas.microsoft.com/office/drawing/2014/main" id="{74BF14CF-53CD-4AD4-A3CE-381286EC6E5E}"/>
                  </a:ext>
                </a:extLst>
              </p:cNvPr>
              <p:cNvSpPr/>
              <p:nvPr/>
            </p:nvSpPr>
            <p:spPr>
              <a:xfrm>
                <a:off x="4788141" y="2161218"/>
                <a:ext cx="687784" cy="687936"/>
              </a:xfrm>
              <a:prstGeom prst="rect">
                <a:avLst/>
              </a:pr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dirty="0"/>
              </a:p>
            </p:txBody>
          </p:sp>
        </p:grpSp>
        <p:sp>
          <p:nvSpPr>
            <p:cNvPr id="604" name="矩形 603">
              <a:extLst>
                <a:ext uri="{FF2B5EF4-FFF2-40B4-BE49-F238E27FC236}">
                  <a16:creationId xmlns:a16="http://schemas.microsoft.com/office/drawing/2014/main" id="{C353FDC2-D3CF-4200-A5D2-65CC502612DE}"/>
                </a:ext>
              </a:extLst>
            </p:cNvPr>
            <p:cNvSpPr/>
            <p:nvPr/>
          </p:nvSpPr>
          <p:spPr>
            <a:xfrm>
              <a:off x="1845787" y="1872394"/>
              <a:ext cx="942668" cy="41276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300" kern="12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conv5</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606" name="文本框 36">
              <a:extLst>
                <a:ext uri="{FF2B5EF4-FFF2-40B4-BE49-F238E27FC236}">
                  <a16:creationId xmlns:a16="http://schemas.microsoft.com/office/drawing/2014/main" id="{617D58E5-9204-496C-8F7F-12AFE324F9FD}"/>
                </a:ext>
              </a:extLst>
            </p:cNvPr>
            <p:cNvSpPr txBox="1"/>
            <p:nvPr/>
          </p:nvSpPr>
          <p:spPr>
            <a:xfrm>
              <a:off x="3827732" y="2473590"/>
              <a:ext cx="248786" cy="292388"/>
            </a:xfrm>
            <a:prstGeom prst="rect">
              <a:avLst/>
            </a:prstGeom>
            <a:noFill/>
          </p:spPr>
          <p:txBody>
            <a:bodyPr wrap="none" rtlCol="0">
              <a:spAutoFit/>
            </a:bodyPr>
            <a:lstStyle/>
            <a:p>
              <a:pPr algn="ctr"/>
              <a:r>
                <a:rPr lang="en-US" sz="1300" b="1" i="1" kern="12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z</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608" name="右箭头 214">
              <a:extLst>
                <a:ext uri="{FF2B5EF4-FFF2-40B4-BE49-F238E27FC236}">
                  <a16:creationId xmlns:a16="http://schemas.microsoft.com/office/drawing/2014/main" id="{7C6F454D-8986-4903-93CC-FFD30BF84E6A}"/>
                </a:ext>
              </a:extLst>
            </p:cNvPr>
            <p:cNvSpPr/>
            <p:nvPr/>
          </p:nvSpPr>
          <p:spPr>
            <a:xfrm>
              <a:off x="2152818" y="2235810"/>
              <a:ext cx="257583" cy="538248"/>
            </a:xfrm>
            <a:prstGeom prst="rightArrow">
              <a:avLst/>
            </a:prstGeom>
            <a:solidFill>
              <a:schemeClr val="accent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09" name="立方体 608">
              <a:extLst>
                <a:ext uri="{FF2B5EF4-FFF2-40B4-BE49-F238E27FC236}">
                  <a16:creationId xmlns:a16="http://schemas.microsoft.com/office/drawing/2014/main" id="{1C1A1362-288A-4ECB-9497-896DDBA6DB8A}"/>
                </a:ext>
              </a:extLst>
            </p:cNvPr>
            <p:cNvSpPr>
              <a:spLocks noChangeAspect="1"/>
            </p:cNvSpPr>
            <p:nvPr/>
          </p:nvSpPr>
          <p:spPr>
            <a:xfrm>
              <a:off x="2478112" y="1758625"/>
              <a:ext cx="741548" cy="1492618"/>
            </a:xfrm>
            <a:prstGeom prst="cube">
              <a:avLst>
                <a:gd name="adj" fmla="val 72756"/>
              </a:avLst>
            </a:prstGeom>
            <a:solidFill>
              <a:schemeClr val="accent2">
                <a:lumMod val="40000"/>
                <a:lumOff val="60000"/>
              </a:schemeClr>
            </a:solidFill>
            <a:ln w="635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10" name="右箭头 218">
              <a:extLst>
                <a:ext uri="{FF2B5EF4-FFF2-40B4-BE49-F238E27FC236}">
                  <a16:creationId xmlns:a16="http://schemas.microsoft.com/office/drawing/2014/main" id="{AE120EED-823C-485A-8AF7-B26D9ED288DA}"/>
                </a:ext>
              </a:extLst>
            </p:cNvPr>
            <p:cNvSpPr/>
            <p:nvPr/>
          </p:nvSpPr>
          <p:spPr>
            <a:xfrm>
              <a:off x="3350912" y="2235810"/>
              <a:ext cx="257583" cy="538248"/>
            </a:xfrm>
            <a:prstGeom prst="rightArrow">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11" name="右箭头 220">
              <a:extLst>
                <a:ext uri="{FF2B5EF4-FFF2-40B4-BE49-F238E27FC236}">
                  <a16:creationId xmlns:a16="http://schemas.microsoft.com/office/drawing/2014/main" id="{7652D371-B092-4BDD-999C-E41C1AAE206B}"/>
                </a:ext>
              </a:extLst>
            </p:cNvPr>
            <p:cNvSpPr/>
            <p:nvPr/>
          </p:nvSpPr>
          <p:spPr>
            <a:xfrm>
              <a:off x="4420636" y="2235810"/>
              <a:ext cx="257583" cy="538248"/>
            </a:xfrm>
            <a:prstGeom prst="rightArrow">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12" name="文本框 31">
              <a:extLst>
                <a:ext uri="{FF2B5EF4-FFF2-40B4-BE49-F238E27FC236}">
                  <a16:creationId xmlns:a16="http://schemas.microsoft.com/office/drawing/2014/main" id="{67475A6D-0BE2-492C-8FD1-E0624B041FD1}"/>
                </a:ext>
              </a:extLst>
            </p:cNvPr>
            <p:cNvSpPr txBox="1"/>
            <p:nvPr/>
          </p:nvSpPr>
          <p:spPr>
            <a:xfrm>
              <a:off x="2824538" y="2341902"/>
              <a:ext cx="240772" cy="292388"/>
            </a:xfrm>
            <a:prstGeom prst="rect">
              <a:avLst/>
            </a:prstGeom>
            <a:noFill/>
          </p:spPr>
          <p:txBody>
            <a:bodyPr wrap="none" rtlCol="0">
              <a:spAutoFit/>
            </a:bodyPr>
            <a:lstStyle/>
            <a:p>
              <a:pPr algn="ctr"/>
              <a:r>
                <a:rPr lang="en-US" sz="1300" i="1" kern="12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I</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613" name="立方体 612">
              <a:extLst>
                <a:ext uri="{FF2B5EF4-FFF2-40B4-BE49-F238E27FC236}">
                  <a16:creationId xmlns:a16="http://schemas.microsoft.com/office/drawing/2014/main" id="{2EEF5F81-64E4-4029-9C32-674EBB23EB58}"/>
                </a:ext>
              </a:extLst>
            </p:cNvPr>
            <p:cNvSpPr/>
            <p:nvPr/>
          </p:nvSpPr>
          <p:spPr>
            <a:xfrm>
              <a:off x="3467625" y="2092691"/>
              <a:ext cx="796211" cy="824487"/>
            </a:xfrm>
            <a:prstGeom prst="cube">
              <a:avLst>
                <a:gd name="adj" fmla="val 94673"/>
              </a:avLst>
            </a:prstGeom>
            <a:solidFill>
              <a:schemeClr val="accent2">
                <a:lumMod val="60000"/>
                <a:lumOff val="40000"/>
              </a:schemeClr>
            </a:solidFill>
            <a:ln w="63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95" name="左大括号 594">
              <a:extLst>
                <a:ext uri="{FF2B5EF4-FFF2-40B4-BE49-F238E27FC236}">
                  <a16:creationId xmlns:a16="http://schemas.microsoft.com/office/drawing/2014/main" id="{7543E7FA-AAA9-4F03-8DA1-41807A0C2ADA}"/>
                </a:ext>
              </a:extLst>
            </p:cNvPr>
            <p:cNvSpPr/>
            <p:nvPr/>
          </p:nvSpPr>
          <p:spPr>
            <a:xfrm>
              <a:off x="1836169" y="1891068"/>
              <a:ext cx="354172" cy="2698093"/>
            </a:xfrm>
            <a:prstGeom prst="leftBrace">
              <a:avLst>
                <a:gd name="adj1" fmla="val 32593"/>
                <a:gd name="adj2" fmla="val 50450"/>
              </a:avLst>
            </a:prstGeom>
            <a:no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endParaRPr lang="zh-CN" altLang="en-US"/>
            </a:p>
          </p:txBody>
        </p:sp>
        <p:grpSp>
          <p:nvGrpSpPr>
            <p:cNvPr id="3" name="组合 2">
              <a:extLst>
                <a:ext uri="{FF2B5EF4-FFF2-40B4-BE49-F238E27FC236}">
                  <a16:creationId xmlns:a16="http://schemas.microsoft.com/office/drawing/2014/main" id="{BE83E9B9-11C5-4D56-8D38-FB298CB235FD}"/>
                </a:ext>
              </a:extLst>
            </p:cNvPr>
            <p:cNvGrpSpPr/>
            <p:nvPr/>
          </p:nvGrpSpPr>
          <p:grpSpPr>
            <a:xfrm>
              <a:off x="304900" y="2563842"/>
              <a:ext cx="1530078" cy="1374953"/>
              <a:chOff x="304900" y="2556222"/>
              <a:chExt cx="1530078" cy="1374953"/>
            </a:xfrm>
          </p:grpSpPr>
          <p:pic>
            <p:nvPicPr>
              <p:cNvPr id="594" name="图片 593">
                <a:extLst>
                  <a:ext uri="{FF2B5EF4-FFF2-40B4-BE49-F238E27FC236}">
                    <a16:creationId xmlns:a16="http://schemas.microsoft.com/office/drawing/2014/main" id="{9600D787-68C6-46D0-8DB2-28942C02D17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4900" y="2556222"/>
                <a:ext cx="686859" cy="1374953"/>
              </a:xfrm>
              <a:prstGeom prst="rect">
                <a:avLst/>
              </a:prstGeom>
            </p:spPr>
          </p:pic>
          <p:sp>
            <p:nvSpPr>
              <p:cNvPr id="596" name="右箭头 243">
                <a:extLst>
                  <a:ext uri="{FF2B5EF4-FFF2-40B4-BE49-F238E27FC236}">
                    <a16:creationId xmlns:a16="http://schemas.microsoft.com/office/drawing/2014/main" id="{1ABDDF19-D6E6-4C3F-A5D9-4239BE9BF5BD}"/>
                  </a:ext>
                </a:extLst>
              </p:cNvPr>
              <p:cNvSpPr/>
              <p:nvPr/>
            </p:nvSpPr>
            <p:spPr>
              <a:xfrm>
                <a:off x="1009849" y="2974604"/>
                <a:ext cx="257338" cy="538188"/>
              </a:xfrm>
              <a:prstGeom prst="rightArrow">
                <a:avLst/>
              </a:prstGeom>
              <a:solidFill>
                <a:schemeClr val="accent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grpSp>
            <p:nvGrpSpPr>
              <p:cNvPr id="2" name="组合 1">
                <a:extLst>
                  <a:ext uri="{FF2B5EF4-FFF2-40B4-BE49-F238E27FC236}">
                    <a16:creationId xmlns:a16="http://schemas.microsoft.com/office/drawing/2014/main" id="{7095DA39-BCA3-40FC-B805-21B288C23964}"/>
                  </a:ext>
                </a:extLst>
              </p:cNvPr>
              <p:cNvGrpSpPr/>
              <p:nvPr/>
            </p:nvGrpSpPr>
            <p:grpSpPr>
              <a:xfrm>
                <a:off x="1283806" y="2766128"/>
                <a:ext cx="551172" cy="955141"/>
                <a:chOff x="1283806" y="2783773"/>
                <a:chExt cx="551172" cy="955141"/>
              </a:xfrm>
            </p:grpSpPr>
            <p:sp>
              <p:nvSpPr>
                <p:cNvPr id="600" name="矩形 599">
                  <a:extLst>
                    <a:ext uri="{FF2B5EF4-FFF2-40B4-BE49-F238E27FC236}">
                      <a16:creationId xmlns:a16="http://schemas.microsoft.com/office/drawing/2014/main" id="{7059081E-514A-4D56-B3B6-8A7A0102F707}"/>
                    </a:ext>
                  </a:extLst>
                </p:cNvPr>
                <p:cNvSpPr/>
                <p:nvPr/>
              </p:nvSpPr>
              <p:spPr>
                <a:xfrm rot="5400000">
                  <a:off x="1081821" y="2985758"/>
                  <a:ext cx="955141" cy="55117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01" name="矩形 600">
                  <a:extLst>
                    <a:ext uri="{FF2B5EF4-FFF2-40B4-BE49-F238E27FC236}">
                      <a16:creationId xmlns:a16="http://schemas.microsoft.com/office/drawing/2014/main" id="{0B985151-3B5D-4480-B244-815DD72C37B6}"/>
                    </a:ext>
                  </a:extLst>
                </p:cNvPr>
                <p:cNvSpPr/>
                <p:nvPr/>
              </p:nvSpPr>
              <p:spPr>
                <a:xfrm rot="5400000">
                  <a:off x="1231780" y="3115150"/>
                  <a:ext cx="840295" cy="292388"/>
                </a:xfrm>
                <a:prstGeom prst="rect">
                  <a:avLst/>
                </a:prstGeom>
              </p:spPr>
              <p:txBody>
                <a:bodyPr wrap="none">
                  <a:spAutoFit/>
                </a:bodyPr>
                <a:lstStyle/>
                <a:p>
                  <a:pPr algn="ctr"/>
                  <a:r>
                    <a:rPr lang="en-US" sz="1300" kern="1200" dirty="0">
                      <a:effectLst/>
                      <a:latin typeface="Times New Roman" panose="02020603050405020304" pitchFamily="18" charset="0"/>
                      <a:ea typeface="宋体" panose="02010600030101010101" pitchFamily="2" charset="-122"/>
                      <a:cs typeface="宋体" panose="02010600030101010101" pitchFamily="2" charset="-122"/>
                    </a:rPr>
                    <a:t>ResNet50</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599" name="矩形 598">
                  <a:extLst>
                    <a:ext uri="{FF2B5EF4-FFF2-40B4-BE49-F238E27FC236}">
                      <a16:creationId xmlns:a16="http://schemas.microsoft.com/office/drawing/2014/main" id="{A9A91E76-B7D0-4960-BE80-B99C20122F65}"/>
                    </a:ext>
                  </a:extLst>
                </p:cNvPr>
                <p:cNvSpPr/>
                <p:nvPr/>
              </p:nvSpPr>
              <p:spPr>
                <a:xfrm rot="5400000">
                  <a:off x="1100946" y="3115150"/>
                  <a:ext cx="764953" cy="292388"/>
                </a:xfrm>
                <a:prstGeom prst="rect">
                  <a:avLst/>
                </a:prstGeom>
              </p:spPr>
              <p:txBody>
                <a:bodyPr wrap="none">
                  <a:spAutoFit/>
                </a:bodyPr>
                <a:lstStyle/>
                <a:p>
                  <a:pPr algn="ctr"/>
                  <a:r>
                    <a:rPr lang="en-US" sz="1300" kern="1200" dirty="0">
                      <a:effectLst/>
                      <a:latin typeface="Times New Roman" panose="02020603050405020304" pitchFamily="18" charset="0"/>
                      <a:ea typeface="宋体" panose="02010600030101010101" pitchFamily="2" charset="-122"/>
                      <a:cs typeface="宋体" panose="02010600030101010101" pitchFamily="2" charset="-122"/>
                    </a:rPr>
                    <a:t>conv1~4</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grpSp>
        </p:grpSp>
        <p:sp>
          <p:nvSpPr>
            <p:cNvPr id="579" name="右箭头 286">
              <a:extLst>
                <a:ext uri="{FF2B5EF4-FFF2-40B4-BE49-F238E27FC236}">
                  <a16:creationId xmlns:a16="http://schemas.microsoft.com/office/drawing/2014/main" id="{4BE5F249-8D2B-48E3-B5EE-9B4ACFC2C025}"/>
                </a:ext>
              </a:extLst>
            </p:cNvPr>
            <p:cNvSpPr/>
            <p:nvPr/>
          </p:nvSpPr>
          <p:spPr>
            <a:xfrm>
              <a:off x="5784531" y="5340788"/>
              <a:ext cx="257583" cy="538248"/>
            </a:xfrm>
            <a:prstGeom prst="rightArrow">
              <a:avLst/>
            </a:prstGeom>
            <a:solidFill>
              <a:schemeClr val="accent1">
                <a:lumMod val="40000"/>
                <a:lumOff val="6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grpSp>
          <p:nvGrpSpPr>
            <p:cNvPr id="11" name="组合 10">
              <a:extLst>
                <a:ext uri="{FF2B5EF4-FFF2-40B4-BE49-F238E27FC236}">
                  <a16:creationId xmlns:a16="http://schemas.microsoft.com/office/drawing/2014/main" id="{D5DA4931-5904-4EE8-8E7F-A7B340E72E06}"/>
                </a:ext>
              </a:extLst>
            </p:cNvPr>
            <p:cNvGrpSpPr/>
            <p:nvPr/>
          </p:nvGrpSpPr>
          <p:grpSpPr>
            <a:xfrm>
              <a:off x="6124595" y="5228243"/>
              <a:ext cx="354100" cy="756729"/>
              <a:chOff x="6097937" y="5228243"/>
              <a:chExt cx="354100" cy="756729"/>
            </a:xfrm>
          </p:grpSpPr>
          <p:grpSp>
            <p:nvGrpSpPr>
              <p:cNvPr id="19" name="组合 18">
                <a:extLst>
                  <a:ext uri="{FF2B5EF4-FFF2-40B4-BE49-F238E27FC236}">
                    <a16:creationId xmlns:a16="http://schemas.microsoft.com/office/drawing/2014/main" id="{6853BFFA-9D1F-4A08-81B6-4720BBB45754}"/>
                  </a:ext>
                </a:extLst>
              </p:cNvPr>
              <p:cNvGrpSpPr/>
              <p:nvPr/>
            </p:nvGrpSpPr>
            <p:grpSpPr>
              <a:xfrm>
                <a:off x="6136079" y="5228243"/>
                <a:ext cx="240724" cy="756729"/>
                <a:chOff x="6162877" y="5228243"/>
                <a:chExt cx="240724" cy="756729"/>
              </a:xfrm>
            </p:grpSpPr>
            <p:sp>
              <p:nvSpPr>
                <p:cNvPr id="581" name="矩形 580">
                  <a:extLst>
                    <a:ext uri="{FF2B5EF4-FFF2-40B4-BE49-F238E27FC236}">
                      <a16:creationId xmlns:a16="http://schemas.microsoft.com/office/drawing/2014/main" id="{04C5653E-F8F2-473E-8DAE-C57A54F431C6}"/>
                    </a:ext>
                  </a:extLst>
                </p:cNvPr>
                <p:cNvSpPr/>
                <p:nvPr/>
              </p:nvSpPr>
              <p:spPr>
                <a:xfrm>
                  <a:off x="6162877" y="5228243"/>
                  <a:ext cx="240724" cy="756729"/>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82" name="椭圆 581">
                  <a:extLst>
                    <a:ext uri="{FF2B5EF4-FFF2-40B4-BE49-F238E27FC236}">
                      <a16:creationId xmlns:a16="http://schemas.microsoft.com/office/drawing/2014/main" id="{8E0EDC0C-4A7A-4161-B84C-D04ECF686677}"/>
                    </a:ext>
                  </a:extLst>
                </p:cNvPr>
                <p:cNvSpPr/>
                <p:nvPr/>
              </p:nvSpPr>
              <p:spPr>
                <a:xfrm>
                  <a:off x="6197267" y="5263403"/>
                  <a:ext cx="171945" cy="171984"/>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83" name="椭圆 582">
                  <a:extLst>
                    <a:ext uri="{FF2B5EF4-FFF2-40B4-BE49-F238E27FC236}">
                      <a16:creationId xmlns:a16="http://schemas.microsoft.com/office/drawing/2014/main" id="{73ACCDAD-6828-48A0-9EF1-071DA2CFFFEF}"/>
                    </a:ext>
                  </a:extLst>
                </p:cNvPr>
                <p:cNvSpPr/>
                <p:nvPr/>
              </p:nvSpPr>
              <p:spPr>
                <a:xfrm>
                  <a:off x="6197267" y="5480225"/>
                  <a:ext cx="171945" cy="171984"/>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grpSp>
          <p:sp>
            <p:nvSpPr>
              <p:cNvPr id="584" name="文本框 96">
                <a:extLst>
                  <a:ext uri="{FF2B5EF4-FFF2-40B4-BE49-F238E27FC236}">
                    <a16:creationId xmlns:a16="http://schemas.microsoft.com/office/drawing/2014/main" id="{889791A1-7E6D-4F0C-A597-A6E8C4172C99}"/>
                  </a:ext>
                </a:extLst>
              </p:cNvPr>
              <p:cNvSpPr txBox="1"/>
              <p:nvPr/>
            </p:nvSpPr>
            <p:spPr>
              <a:xfrm rot="5400000">
                <a:off x="6141925" y="5635351"/>
                <a:ext cx="266124" cy="354100"/>
              </a:xfrm>
              <a:prstGeom prst="rect">
                <a:avLst/>
              </a:prstGeom>
              <a:noFill/>
              <a:ln w="6350">
                <a:noFill/>
              </a:ln>
            </p:spPr>
            <p:txBody>
              <a:bodyPr rot="0" spcFirstLastPara="0" vert="horz" wrap="none" lIns="36000" tIns="0" rIns="36000" bIns="72000" numCol="1" spcCol="0" rtlCol="0" fromWordArt="0" anchor="ctr" anchorCtr="1" forceAA="0" compatLnSpc="1">
                <a:prstTxWarp prst="textNoShape">
                  <a:avLst/>
                </a:prstTxWarp>
                <a:noAutofit/>
              </a:bodyPr>
              <a:lstStyle/>
              <a:p>
                <a:pPr algn="ctr"/>
                <a:r>
                  <a:rPr lang="en-US" sz="1300" b="1" kern="12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grpSp>
        <p:cxnSp>
          <p:nvCxnSpPr>
            <p:cNvPr id="576" name="直接箭头连接符 575">
              <a:extLst>
                <a:ext uri="{FF2B5EF4-FFF2-40B4-BE49-F238E27FC236}">
                  <a16:creationId xmlns:a16="http://schemas.microsoft.com/office/drawing/2014/main" id="{0F90C553-8F10-41B2-8B7E-8E02C9A6E99E}"/>
                </a:ext>
              </a:extLst>
            </p:cNvPr>
            <p:cNvCxnSpPr>
              <a:cxnSpLocks/>
            </p:cNvCxnSpPr>
            <p:nvPr/>
          </p:nvCxnSpPr>
          <p:spPr>
            <a:xfrm>
              <a:off x="5763570" y="3808445"/>
              <a:ext cx="2995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7" name="直接箭头连接符 576">
              <a:extLst>
                <a:ext uri="{FF2B5EF4-FFF2-40B4-BE49-F238E27FC236}">
                  <a16:creationId xmlns:a16="http://schemas.microsoft.com/office/drawing/2014/main" id="{9E687F4C-0BEE-4450-ABF7-4AA3219B988C}"/>
                </a:ext>
              </a:extLst>
            </p:cNvPr>
            <p:cNvCxnSpPr>
              <a:cxnSpLocks/>
            </p:cNvCxnSpPr>
            <p:nvPr/>
          </p:nvCxnSpPr>
          <p:spPr>
            <a:xfrm>
              <a:off x="5763570" y="4159743"/>
              <a:ext cx="2995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8" name="文本框 96">
              <a:extLst>
                <a:ext uri="{FF2B5EF4-FFF2-40B4-BE49-F238E27FC236}">
                  <a16:creationId xmlns:a16="http://schemas.microsoft.com/office/drawing/2014/main" id="{6A3FA143-E395-4D9E-8940-FEC5592D4BE1}"/>
                </a:ext>
              </a:extLst>
            </p:cNvPr>
            <p:cNvSpPr txBox="1"/>
            <p:nvPr/>
          </p:nvSpPr>
          <p:spPr>
            <a:xfrm rot="5400000">
              <a:off x="5789808" y="4295424"/>
              <a:ext cx="266126" cy="355036"/>
            </a:xfrm>
            <a:prstGeom prst="rect">
              <a:avLst/>
            </a:prstGeom>
            <a:noFill/>
            <a:ln w="6350">
              <a:noFill/>
            </a:ln>
          </p:spPr>
          <p:txBody>
            <a:bodyPr rot="0" spcFirstLastPara="0" vert="horz" wrap="none" lIns="36000" tIns="0" rIns="36000" bIns="72000" numCol="1" spcCol="0" rtlCol="0" fromWordArt="0" anchor="ctr" anchorCtr="1" forceAA="0" compatLnSpc="1">
              <a:prstTxWarp prst="textNoShape">
                <a:avLst/>
              </a:prstTxWarp>
              <a:noAutofit/>
            </a:bodyPr>
            <a:lstStyle/>
            <a:p>
              <a:pPr algn="ctr"/>
              <a:r>
                <a:rPr lang="en-US" sz="1300" b="1" kern="12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grpSp>
          <p:nvGrpSpPr>
            <p:cNvPr id="9" name="组合 8">
              <a:extLst>
                <a:ext uri="{FF2B5EF4-FFF2-40B4-BE49-F238E27FC236}">
                  <a16:creationId xmlns:a16="http://schemas.microsoft.com/office/drawing/2014/main" id="{28F5FD8B-DD9A-4830-BB05-AE3F9ADB0950}"/>
                </a:ext>
              </a:extLst>
            </p:cNvPr>
            <p:cNvGrpSpPr/>
            <p:nvPr/>
          </p:nvGrpSpPr>
          <p:grpSpPr>
            <a:xfrm>
              <a:off x="6123513" y="3692912"/>
              <a:ext cx="355972" cy="850783"/>
              <a:chOff x="6096855" y="3692912"/>
              <a:chExt cx="355972" cy="850783"/>
            </a:xfrm>
          </p:grpSpPr>
          <p:sp>
            <p:nvSpPr>
              <p:cNvPr id="573" name="文本框 96">
                <a:extLst>
                  <a:ext uri="{FF2B5EF4-FFF2-40B4-BE49-F238E27FC236}">
                    <a16:creationId xmlns:a16="http://schemas.microsoft.com/office/drawing/2014/main" id="{ADB1758B-180F-4821-9425-1F2DCFE0489F}"/>
                  </a:ext>
                </a:extLst>
              </p:cNvPr>
              <p:cNvSpPr txBox="1"/>
              <p:nvPr/>
            </p:nvSpPr>
            <p:spPr>
              <a:xfrm rot="5400000">
                <a:off x="6141778" y="3947745"/>
                <a:ext cx="266125" cy="355972"/>
              </a:xfrm>
              <a:prstGeom prst="rect">
                <a:avLst/>
              </a:prstGeom>
              <a:noFill/>
              <a:ln w="6350">
                <a:noFill/>
              </a:ln>
            </p:spPr>
            <p:txBody>
              <a:bodyPr rot="0" spcFirstLastPara="0" vert="horz" wrap="none" lIns="36000" tIns="0" rIns="36000" bIns="72000" numCol="1" spcCol="0" rtlCol="0" fromWordArt="0" anchor="ctr" anchorCtr="1" forceAA="0" compatLnSpc="1">
                <a:prstTxWarp prst="textNoShape">
                  <a:avLst/>
                </a:prstTxWarp>
                <a:noAutofit/>
              </a:bodyPr>
              <a:lstStyle/>
              <a:p>
                <a:pPr algn="ctr"/>
                <a:r>
                  <a:rPr lang="en-US" sz="1300" b="1" kern="12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grpSp>
            <p:nvGrpSpPr>
              <p:cNvPr id="17" name="组合 16">
                <a:extLst>
                  <a:ext uri="{FF2B5EF4-FFF2-40B4-BE49-F238E27FC236}">
                    <a16:creationId xmlns:a16="http://schemas.microsoft.com/office/drawing/2014/main" id="{9B6C8519-1E2F-4194-A78E-E9A230B22B6D}"/>
                  </a:ext>
                </a:extLst>
              </p:cNvPr>
              <p:cNvGrpSpPr/>
              <p:nvPr/>
            </p:nvGrpSpPr>
            <p:grpSpPr>
              <a:xfrm>
                <a:off x="6118884" y="3692912"/>
                <a:ext cx="275114" cy="850783"/>
                <a:chOff x="6109281" y="3692912"/>
                <a:chExt cx="275114" cy="850783"/>
              </a:xfrm>
            </p:grpSpPr>
            <p:grpSp>
              <p:nvGrpSpPr>
                <p:cNvPr id="15" name="组合 14">
                  <a:extLst>
                    <a:ext uri="{FF2B5EF4-FFF2-40B4-BE49-F238E27FC236}">
                      <a16:creationId xmlns:a16="http://schemas.microsoft.com/office/drawing/2014/main" id="{AB0B6D2B-D18F-4B61-9DB5-76B1F13A0200}"/>
                    </a:ext>
                  </a:extLst>
                </p:cNvPr>
                <p:cNvGrpSpPr/>
                <p:nvPr/>
              </p:nvGrpSpPr>
              <p:grpSpPr>
                <a:xfrm>
                  <a:off x="6109281" y="3692912"/>
                  <a:ext cx="275114" cy="144467"/>
                  <a:chOff x="6109281" y="3692912"/>
                  <a:chExt cx="275114" cy="144467"/>
                </a:xfrm>
              </p:grpSpPr>
              <p:sp>
                <p:nvSpPr>
                  <p:cNvPr id="516" name="椭圆 515">
                    <a:extLst>
                      <a:ext uri="{FF2B5EF4-FFF2-40B4-BE49-F238E27FC236}">
                        <a16:creationId xmlns:a16="http://schemas.microsoft.com/office/drawing/2014/main" id="{03EE588C-C343-4EC1-97FE-01FAC10976DA}"/>
                      </a:ext>
                    </a:extLst>
                  </p:cNvPr>
                  <p:cNvSpPr/>
                  <p:nvPr/>
                </p:nvSpPr>
                <p:spPr>
                  <a:xfrm rot="16200000">
                    <a:off x="6130406" y="3713562"/>
                    <a:ext cx="103190" cy="103168"/>
                  </a:xfrm>
                  <a:prstGeom prst="ellipse">
                    <a:avLst/>
                  </a:prstGeom>
                  <a:solidFill>
                    <a:schemeClr val="accent4">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18" name="椭圆 517">
                    <a:extLst>
                      <a:ext uri="{FF2B5EF4-FFF2-40B4-BE49-F238E27FC236}">
                        <a16:creationId xmlns:a16="http://schemas.microsoft.com/office/drawing/2014/main" id="{93E14ED7-30A8-4A57-B594-E2758B59ECB0}"/>
                      </a:ext>
                    </a:extLst>
                  </p:cNvPr>
                  <p:cNvSpPr/>
                  <p:nvPr/>
                </p:nvSpPr>
                <p:spPr>
                  <a:xfrm rot="16200000">
                    <a:off x="6261950" y="3713562"/>
                    <a:ext cx="103190" cy="103168"/>
                  </a:xfrm>
                  <a:prstGeom prst="ellipse">
                    <a:avLst/>
                  </a:prstGeom>
                  <a:solidFill>
                    <a:schemeClr val="accent4">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74" name="矩形 573">
                    <a:extLst>
                      <a:ext uri="{FF2B5EF4-FFF2-40B4-BE49-F238E27FC236}">
                        <a16:creationId xmlns:a16="http://schemas.microsoft.com/office/drawing/2014/main" id="{3C02974D-D3DE-40BE-8562-B55C68811220}"/>
                      </a:ext>
                    </a:extLst>
                  </p:cNvPr>
                  <p:cNvSpPr/>
                  <p:nvPr/>
                </p:nvSpPr>
                <p:spPr>
                  <a:xfrm>
                    <a:off x="6109281" y="3692912"/>
                    <a:ext cx="275114" cy="144467"/>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grpSp>
            <p:grpSp>
              <p:nvGrpSpPr>
                <p:cNvPr id="16" name="组合 15">
                  <a:extLst>
                    <a:ext uri="{FF2B5EF4-FFF2-40B4-BE49-F238E27FC236}">
                      <a16:creationId xmlns:a16="http://schemas.microsoft.com/office/drawing/2014/main" id="{ED61470A-75B6-40FD-BAF4-D31367D1234F}"/>
                    </a:ext>
                  </a:extLst>
                </p:cNvPr>
                <p:cNvGrpSpPr/>
                <p:nvPr/>
              </p:nvGrpSpPr>
              <p:grpSpPr>
                <a:xfrm>
                  <a:off x="6109282" y="4399228"/>
                  <a:ext cx="275113" cy="144467"/>
                  <a:chOff x="6109282" y="4399228"/>
                  <a:chExt cx="275113" cy="144467"/>
                </a:xfrm>
              </p:grpSpPr>
              <p:sp>
                <p:nvSpPr>
                  <p:cNvPr id="520" name="矩形 519">
                    <a:extLst>
                      <a:ext uri="{FF2B5EF4-FFF2-40B4-BE49-F238E27FC236}">
                        <a16:creationId xmlns:a16="http://schemas.microsoft.com/office/drawing/2014/main" id="{F9429008-4612-4059-883B-25B6FE7E8282}"/>
                      </a:ext>
                    </a:extLst>
                  </p:cNvPr>
                  <p:cNvSpPr/>
                  <p:nvPr/>
                </p:nvSpPr>
                <p:spPr>
                  <a:xfrm>
                    <a:off x="6109282" y="4399228"/>
                    <a:ext cx="275113" cy="144467"/>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22" name="椭圆 521">
                    <a:extLst>
                      <a:ext uri="{FF2B5EF4-FFF2-40B4-BE49-F238E27FC236}">
                        <a16:creationId xmlns:a16="http://schemas.microsoft.com/office/drawing/2014/main" id="{50C14B45-9248-425B-AA71-1EC4011354AB}"/>
                      </a:ext>
                    </a:extLst>
                  </p:cNvPr>
                  <p:cNvSpPr/>
                  <p:nvPr/>
                </p:nvSpPr>
                <p:spPr>
                  <a:xfrm rot="16200000">
                    <a:off x="6261950" y="4419877"/>
                    <a:ext cx="103191" cy="103168"/>
                  </a:xfrm>
                  <a:prstGeom prst="ellipse">
                    <a:avLst/>
                  </a:prstGeom>
                  <a:solidFill>
                    <a:schemeClr val="accent4">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75" name="椭圆 574">
                    <a:extLst>
                      <a:ext uri="{FF2B5EF4-FFF2-40B4-BE49-F238E27FC236}">
                        <a16:creationId xmlns:a16="http://schemas.microsoft.com/office/drawing/2014/main" id="{192D1824-D32F-4FBA-B039-BA8AA3D5CF01}"/>
                      </a:ext>
                    </a:extLst>
                  </p:cNvPr>
                  <p:cNvSpPr/>
                  <p:nvPr/>
                </p:nvSpPr>
                <p:spPr>
                  <a:xfrm rot="16200000">
                    <a:off x="6130406" y="4419877"/>
                    <a:ext cx="103191" cy="103168"/>
                  </a:xfrm>
                  <a:prstGeom prst="ellipse">
                    <a:avLst/>
                  </a:prstGeom>
                  <a:solidFill>
                    <a:schemeClr val="accent4">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grpSp>
          </p:grpSp>
        </p:grpSp>
        <p:sp>
          <p:nvSpPr>
            <p:cNvPr id="565" name="右箭头 263">
              <a:extLst>
                <a:ext uri="{FF2B5EF4-FFF2-40B4-BE49-F238E27FC236}">
                  <a16:creationId xmlns:a16="http://schemas.microsoft.com/office/drawing/2014/main" id="{4839CE36-9FA4-4077-93C4-73EA14001AFF}"/>
                </a:ext>
              </a:extLst>
            </p:cNvPr>
            <p:cNvSpPr/>
            <p:nvPr/>
          </p:nvSpPr>
          <p:spPr>
            <a:xfrm>
              <a:off x="5784531" y="2235810"/>
              <a:ext cx="257583" cy="538248"/>
            </a:xfrm>
            <a:prstGeom prst="rightArrow">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dirty="0"/>
            </a:p>
          </p:txBody>
        </p:sp>
        <p:grpSp>
          <p:nvGrpSpPr>
            <p:cNvPr id="4" name="组合 3">
              <a:extLst>
                <a:ext uri="{FF2B5EF4-FFF2-40B4-BE49-F238E27FC236}">
                  <a16:creationId xmlns:a16="http://schemas.microsoft.com/office/drawing/2014/main" id="{B4AD4695-BB12-4D68-955E-4F5752F65E2C}"/>
                </a:ext>
              </a:extLst>
            </p:cNvPr>
            <p:cNvGrpSpPr/>
            <p:nvPr/>
          </p:nvGrpSpPr>
          <p:grpSpPr>
            <a:xfrm>
              <a:off x="6121927" y="2126570"/>
              <a:ext cx="355036" cy="756729"/>
              <a:chOff x="6095269" y="2126570"/>
              <a:chExt cx="355036" cy="756729"/>
            </a:xfrm>
          </p:grpSpPr>
          <p:grpSp>
            <p:nvGrpSpPr>
              <p:cNvPr id="18" name="组合 17">
                <a:extLst>
                  <a:ext uri="{FF2B5EF4-FFF2-40B4-BE49-F238E27FC236}">
                    <a16:creationId xmlns:a16="http://schemas.microsoft.com/office/drawing/2014/main" id="{BACD6D43-E4AF-4C41-974B-E0044943F765}"/>
                  </a:ext>
                </a:extLst>
              </p:cNvPr>
              <p:cNvGrpSpPr/>
              <p:nvPr/>
            </p:nvGrpSpPr>
            <p:grpSpPr>
              <a:xfrm>
                <a:off x="6136079" y="2126570"/>
                <a:ext cx="240724" cy="756729"/>
                <a:chOff x="6157487" y="2126570"/>
                <a:chExt cx="240724" cy="756729"/>
              </a:xfrm>
            </p:grpSpPr>
            <p:sp>
              <p:nvSpPr>
                <p:cNvPr id="567" name="矩形 566">
                  <a:extLst>
                    <a:ext uri="{FF2B5EF4-FFF2-40B4-BE49-F238E27FC236}">
                      <a16:creationId xmlns:a16="http://schemas.microsoft.com/office/drawing/2014/main" id="{F4BF6BE8-E5C3-4919-8E97-32E3D3B543BE}"/>
                    </a:ext>
                  </a:extLst>
                </p:cNvPr>
                <p:cNvSpPr/>
                <p:nvPr/>
              </p:nvSpPr>
              <p:spPr>
                <a:xfrm>
                  <a:off x="6157487" y="2126570"/>
                  <a:ext cx="240724" cy="756729"/>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68" name="椭圆 567">
                  <a:extLst>
                    <a:ext uri="{FF2B5EF4-FFF2-40B4-BE49-F238E27FC236}">
                      <a16:creationId xmlns:a16="http://schemas.microsoft.com/office/drawing/2014/main" id="{3737553B-87FD-46EB-9E43-AC3478D8BDF4}"/>
                    </a:ext>
                  </a:extLst>
                </p:cNvPr>
                <p:cNvSpPr/>
                <p:nvPr/>
              </p:nvSpPr>
              <p:spPr>
                <a:xfrm>
                  <a:off x="6191877" y="2161730"/>
                  <a:ext cx="171945" cy="171984"/>
                </a:xfrm>
                <a:prstGeom prst="ellipse">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69" name="椭圆 568">
                  <a:extLst>
                    <a:ext uri="{FF2B5EF4-FFF2-40B4-BE49-F238E27FC236}">
                      <a16:creationId xmlns:a16="http://schemas.microsoft.com/office/drawing/2014/main" id="{1D2E59B7-E837-4FAE-BFDC-4917609214C1}"/>
                    </a:ext>
                  </a:extLst>
                </p:cNvPr>
                <p:cNvSpPr/>
                <p:nvPr/>
              </p:nvSpPr>
              <p:spPr>
                <a:xfrm>
                  <a:off x="6191877" y="2378552"/>
                  <a:ext cx="171945" cy="171984"/>
                </a:xfrm>
                <a:prstGeom prst="ellipse">
                  <a:avLst/>
                </a:prstGeom>
                <a:solidFill>
                  <a:schemeClr val="accent2"/>
                </a:solid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dirty="0"/>
                </a:p>
              </p:txBody>
            </p:sp>
          </p:grpSp>
          <p:sp>
            <p:nvSpPr>
              <p:cNvPr id="570" name="文本框 96">
                <a:extLst>
                  <a:ext uri="{FF2B5EF4-FFF2-40B4-BE49-F238E27FC236}">
                    <a16:creationId xmlns:a16="http://schemas.microsoft.com/office/drawing/2014/main" id="{B2DAC853-954A-4053-96C1-6BA0653A1057}"/>
                  </a:ext>
                </a:extLst>
              </p:cNvPr>
              <p:cNvSpPr txBox="1"/>
              <p:nvPr/>
            </p:nvSpPr>
            <p:spPr>
              <a:xfrm rot="5400000">
                <a:off x="6139725" y="2545557"/>
                <a:ext cx="266124" cy="355036"/>
              </a:xfrm>
              <a:prstGeom prst="rect">
                <a:avLst/>
              </a:prstGeom>
              <a:noFill/>
              <a:ln w="6350">
                <a:noFill/>
              </a:ln>
            </p:spPr>
            <p:txBody>
              <a:bodyPr rot="0" spcFirstLastPara="0" vert="horz" wrap="none" lIns="36000" tIns="0" rIns="36000" bIns="72000" numCol="1" spcCol="0" rtlCol="0" fromWordArt="0" anchor="ctr" anchorCtr="1" forceAA="0" compatLnSpc="1">
                <a:prstTxWarp prst="textNoShape">
                  <a:avLst/>
                </a:prstTxWarp>
                <a:noAutofit/>
              </a:bodyPr>
              <a:lstStyle/>
              <a:p>
                <a:pPr algn="ctr"/>
                <a:r>
                  <a:rPr lang="en-US" sz="1300" b="1" kern="12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grpSp>
        <p:sp>
          <p:nvSpPr>
            <p:cNvPr id="563" name="矩形 562">
              <a:extLst>
                <a:ext uri="{FF2B5EF4-FFF2-40B4-BE49-F238E27FC236}">
                  <a16:creationId xmlns:a16="http://schemas.microsoft.com/office/drawing/2014/main" id="{307B102E-80EB-40F7-A612-68267BA4C2FD}"/>
                </a:ext>
              </a:extLst>
            </p:cNvPr>
            <p:cNvSpPr/>
            <p:nvPr/>
          </p:nvSpPr>
          <p:spPr>
            <a:xfrm>
              <a:off x="5662013" y="1595017"/>
              <a:ext cx="897048" cy="4528209"/>
            </a:xfrm>
            <a:prstGeom prst="rect">
              <a:avLst/>
            </a:prstGeom>
            <a:noFill/>
            <a:ln w="952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64" name="圆角矩形 9">
              <a:extLst>
                <a:ext uri="{FF2B5EF4-FFF2-40B4-BE49-F238E27FC236}">
                  <a16:creationId xmlns:a16="http://schemas.microsoft.com/office/drawing/2014/main" id="{A380C5E3-A826-4C15-AEFA-92AB6340B07A}"/>
                </a:ext>
              </a:extLst>
            </p:cNvPr>
            <p:cNvSpPr/>
            <p:nvPr/>
          </p:nvSpPr>
          <p:spPr>
            <a:xfrm>
              <a:off x="5703025" y="1630177"/>
              <a:ext cx="832914" cy="408588"/>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62" name="矩形 561">
              <a:extLst>
                <a:ext uri="{FF2B5EF4-FFF2-40B4-BE49-F238E27FC236}">
                  <a16:creationId xmlns:a16="http://schemas.microsoft.com/office/drawing/2014/main" id="{72E362DF-874C-42C2-B207-F0FD42D0DC10}"/>
                </a:ext>
              </a:extLst>
            </p:cNvPr>
            <p:cNvSpPr/>
            <p:nvPr/>
          </p:nvSpPr>
          <p:spPr>
            <a:xfrm>
              <a:off x="5613510" y="1685436"/>
              <a:ext cx="1018228" cy="292388"/>
            </a:xfrm>
            <a:prstGeom prst="rect">
              <a:avLst/>
            </a:prstGeom>
          </p:spPr>
          <p:txBody>
            <a:bodyPr wrap="none">
              <a:spAutoFit/>
            </a:bodyPr>
            <a:lstStyle/>
            <a:p>
              <a:pPr algn="ctr"/>
              <a:r>
                <a:rPr lang="zh-CN" sz="1300" kern="1200" dirty="0">
                  <a:solidFill>
                    <a:srgbClr val="FFFFFF"/>
                  </a:solidFill>
                  <a:effectLst/>
                  <a:latin typeface="宋体" panose="02010600030101010101" pitchFamily="2" charset="-122"/>
                  <a:ea typeface="宋体" panose="02010600030101010101" pitchFamily="2" charset="-122"/>
                  <a:cs typeface="Times New Roman" panose="02020603050405020304" pitchFamily="18" charset="0"/>
                </a:rPr>
                <a:t>仅训练损失</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553" name="矩形 552">
              <a:extLst>
                <a:ext uri="{FF2B5EF4-FFF2-40B4-BE49-F238E27FC236}">
                  <a16:creationId xmlns:a16="http://schemas.microsoft.com/office/drawing/2014/main" id="{C0DAE793-1AD1-49BA-912A-E184C6C87CD6}"/>
                </a:ext>
              </a:extLst>
            </p:cNvPr>
            <p:cNvSpPr/>
            <p:nvPr/>
          </p:nvSpPr>
          <p:spPr>
            <a:xfrm>
              <a:off x="6684183" y="1602808"/>
              <a:ext cx="1222947" cy="4528209"/>
            </a:xfrm>
            <a:prstGeom prst="rect">
              <a:avLst/>
            </a:prstGeom>
            <a:noFill/>
            <a:ln w="952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44" name="文本框 71">
              <a:extLst>
                <a:ext uri="{FF2B5EF4-FFF2-40B4-BE49-F238E27FC236}">
                  <a16:creationId xmlns:a16="http://schemas.microsoft.com/office/drawing/2014/main" id="{21953B7D-8A0D-426A-8236-8E0D234327FA}"/>
                </a:ext>
              </a:extLst>
            </p:cNvPr>
            <p:cNvSpPr txBox="1"/>
            <p:nvPr/>
          </p:nvSpPr>
          <p:spPr>
            <a:xfrm>
              <a:off x="7466449" y="3750115"/>
              <a:ext cx="450969" cy="292388"/>
            </a:xfrm>
            <a:prstGeom prst="rect">
              <a:avLst/>
            </a:prstGeom>
            <a:noFill/>
          </p:spPr>
          <p:txBody>
            <a:bodyPr wrap="square" rtlCol="0">
              <a:spAutoFit/>
            </a:bodyPr>
            <a:lstStyle/>
            <a:p>
              <a:pPr algn="ctr"/>
              <a:r>
                <a:rPr lang="en-US" sz="1300" b="1" i="1" kern="1200" dirty="0" err="1">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h</a:t>
              </a:r>
              <a:r>
                <a:rPr lang="en-US" sz="1300" i="1" kern="1200" baseline="-25000" dirty="0" err="1">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w</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546" name="文本框 69">
              <a:extLst>
                <a:ext uri="{FF2B5EF4-FFF2-40B4-BE49-F238E27FC236}">
                  <a16:creationId xmlns:a16="http://schemas.microsoft.com/office/drawing/2014/main" id="{AA14CC96-F213-4002-98B6-533C89E63851}"/>
                </a:ext>
              </a:extLst>
            </p:cNvPr>
            <p:cNvSpPr txBox="1"/>
            <p:nvPr/>
          </p:nvSpPr>
          <p:spPr>
            <a:xfrm>
              <a:off x="6977176" y="3738540"/>
              <a:ext cx="268022" cy="292388"/>
            </a:xfrm>
            <a:prstGeom prst="rect">
              <a:avLst/>
            </a:prstGeom>
            <a:noFill/>
          </p:spPr>
          <p:txBody>
            <a:bodyPr wrap="none" rtlCol="0">
              <a:spAutoFit/>
            </a:bodyPr>
            <a:lstStyle/>
            <a:p>
              <a:pPr algn="ctr"/>
              <a:r>
                <a:rPr lang="en-US" sz="1300" b="1" i="1" kern="1200" dirty="0">
                  <a:solidFill>
                    <a:srgbClr val="000000"/>
                  </a:solidFill>
                  <a:effectLst/>
                  <a:latin typeface="Times New Roman" panose="02020603050405020304" pitchFamily="18" charset="0"/>
                  <a:ea typeface="等线" panose="02010600030101010101" pitchFamily="2" charset="-122"/>
                  <a:cs typeface="宋体" panose="02010600030101010101" pitchFamily="2" charset="-122"/>
                </a:rPr>
                <a:t>g</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grpSp>
          <p:nvGrpSpPr>
            <p:cNvPr id="27" name="组合 26">
              <a:extLst>
                <a:ext uri="{FF2B5EF4-FFF2-40B4-BE49-F238E27FC236}">
                  <a16:creationId xmlns:a16="http://schemas.microsoft.com/office/drawing/2014/main" id="{EDF29863-8D3B-44D0-8968-2321F81521FF}"/>
                </a:ext>
              </a:extLst>
            </p:cNvPr>
            <p:cNvGrpSpPr/>
            <p:nvPr/>
          </p:nvGrpSpPr>
          <p:grpSpPr>
            <a:xfrm>
              <a:off x="6780118" y="1634748"/>
              <a:ext cx="1033919" cy="4300269"/>
              <a:chOff x="6773623" y="1634748"/>
              <a:chExt cx="1033919" cy="4300269"/>
            </a:xfrm>
          </p:grpSpPr>
          <p:grpSp>
            <p:nvGrpSpPr>
              <p:cNvPr id="26" name="组合 25">
                <a:extLst>
                  <a:ext uri="{FF2B5EF4-FFF2-40B4-BE49-F238E27FC236}">
                    <a16:creationId xmlns:a16="http://schemas.microsoft.com/office/drawing/2014/main" id="{486725E2-54C1-4B74-B336-CD3C87E6FF93}"/>
                  </a:ext>
                </a:extLst>
              </p:cNvPr>
              <p:cNvGrpSpPr/>
              <p:nvPr/>
            </p:nvGrpSpPr>
            <p:grpSpPr>
              <a:xfrm>
                <a:off x="6781469" y="1634748"/>
                <a:ext cx="1018227" cy="408588"/>
                <a:chOff x="6784423" y="1634748"/>
                <a:chExt cx="1018227" cy="408588"/>
              </a:xfrm>
            </p:grpSpPr>
            <p:sp>
              <p:nvSpPr>
                <p:cNvPr id="554" name="圆角矩形 10">
                  <a:extLst>
                    <a:ext uri="{FF2B5EF4-FFF2-40B4-BE49-F238E27FC236}">
                      <a16:creationId xmlns:a16="http://schemas.microsoft.com/office/drawing/2014/main" id="{D6051978-B124-4877-8D17-3C4929192523}"/>
                    </a:ext>
                  </a:extLst>
                </p:cNvPr>
                <p:cNvSpPr/>
                <p:nvPr/>
              </p:nvSpPr>
              <p:spPr>
                <a:xfrm>
                  <a:off x="6875840" y="1634748"/>
                  <a:ext cx="833206" cy="408588"/>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52" name="矩形 551">
                  <a:extLst>
                    <a:ext uri="{FF2B5EF4-FFF2-40B4-BE49-F238E27FC236}">
                      <a16:creationId xmlns:a16="http://schemas.microsoft.com/office/drawing/2014/main" id="{28E4FA82-CA20-422F-A1E6-53862B8460D6}"/>
                    </a:ext>
                  </a:extLst>
                </p:cNvPr>
                <p:cNvSpPr/>
                <p:nvPr/>
              </p:nvSpPr>
              <p:spPr>
                <a:xfrm>
                  <a:off x="6784423" y="1690851"/>
                  <a:ext cx="1018227" cy="292388"/>
                </a:xfrm>
                <a:prstGeom prst="rect">
                  <a:avLst/>
                </a:prstGeom>
              </p:spPr>
              <p:txBody>
                <a:bodyPr wrap="none">
                  <a:spAutoFit/>
                </a:bodyPr>
                <a:lstStyle/>
                <a:p>
                  <a:pPr algn="ctr"/>
                  <a:r>
                    <a:rPr lang="zh-CN" sz="1300" kern="1200" dirty="0">
                      <a:solidFill>
                        <a:srgbClr val="FFFFFF"/>
                      </a:solidFill>
                      <a:effectLst/>
                      <a:latin typeface="宋体" panose="02010600030101010101" pitchFamily="2" charset="-122"/>
                      <a:ea typeface="宋体" panose="02010600030101010101" pitchFamily="2" charset="-122"/>
                      <a:cs typeface="Times New Roman" panose="02020603050405020304" pitchFamily="18" charset="0"/>
                    </a:rPr>
                    <a:t>仅测试检索</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grpSp>
          <p:sp>
            <p:nvSpPr>
              <p:cNvPr id="530" name="矩形 529">
                <a:extLst>
                  <a:ext uri="{FF2B5EF4-FFF2-40B4-BE49-F238E27FC236}">
                    <a16:creationId xmlns:a16="http://schemas.microsoft.com/office/drawing/2014/main" id="{38B55417-9CE0-4FEC-B75D-C59000043E40}"/>
                  </a:ext>
                </a:extLst>
              </p:cNvPr>
              <p:cNvSpPr/>
              <p:nvPr/>
            </p:nvSpPr>
            <p:spPr>
              <a:xfrm>
                <a:off x="6864825" y="5394845"/>
                <a:ext cx="851515" cy="292388"/>
              </a:xfrm>
              <a:prstGeom prst="rect">
                <a:avLst/>
              </a:prstGeom>
            </p:spPr>
            <p:txBody>
              <a:bodyPr wrap="none">
                <a:spAutoFit/>
              </a:bodyPr>
              <a:lstStyle/>
              <a:p>
                <a:pPr algn="ctr"/>
                <a:r>
                  <a:rPr lang="zh-CN" sz="1300"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余弦距离</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534" name="右箭头 296">
                <a:extLst>
                  <a:ext uri="{FF2B5EF4-FFF2-40B4-BE49-F238E27FC236}">
                    <a16:creationId xmlns:a16="http://schemas.microsoft.com/office/drawing/2014/main" id="{9F2ADAAC-81FD-456E-9CEA-9DCE2716D4B8}"/>
                  </a:ext>
                </a:extLst>
              </p:cNvPr>
              <p:cNvSpPr/>
              <p:nvPr/>
            </p:nvSpPr>
            <p:spPr>
              <a:xfrm rot="5400000">
                <a:off x="7161762" y="4950799"/>
                <a:ext cx="257640" cy="538319"/>
              </a:xfrm>
              <a:prstGeom prst="rightArrow">
                <a:avLst/>
              </a:prstGeom>
              <a:solidFill>
                <a:schemeClr val="accent6">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35" name="右箭头 297">
                <a:extLst>
                  <a:ext uri="{FF2B5EF4-FFF2-40B4-BE49-F238E27FC236}">
                    <a16:creationId xmlns:a16="http://schemas.microsoft.com/office/drawing/2014/main" id="{80964560-9582-4985-915F-3AA52FC3DC25}"/>
                  </a:ext>
                </a:extLst>
              </p:cNvPr>
              <p:cNvSpPr/>
              <p:nvPr/>
            </p:nvSpPr>
            <p:spPr>
              <a:xfrm rot="5400000">
                <a:off x="7161762" y="4045554"/>
                <a:ext cx="257640" cy="538319"/>
              </a:xfrm>
              <a:prstGeom prst="rightArrow">
                <a:avLst/>
              </a:prstGeom>
              <a:solidFill>
                <a:schemeClr val="accent6">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grpSp>
            <p:nvGrpSpPr>
              <p:cNvPr id="25" name="组合 24">
                <a:extLst>
                  <a:ext uri="{FF2B5EF4-FFF2-40B4-BE49-F238E27FC236}">
                    <a16:creationId xmlns:a16="http://schemas.microsoft.com/office/drawing/2014/main" id="{45476346-2890-47A1-834F-79EAFF980EC0}"/>
                  </a:ext>
                </a:extLst>
              </p:cNvPr>
              <p:cNvGrpSpPr/>
              <p:nvPr/>
            </p:nvGrpSpPr>
            <p:grpSpPr>
              <a:xfrm>
                <a:off x="7039746" y="4457979"/>
                <a:ext cx="501672" cy="532755"/>
                <a:chOff x="7035173" y="4457979"/>
                <a:chExt cx="501672" cy="532755"/>
              </a:xfrm>
            </p:grpSpPr>
            <p:sp>
              <p:nvSpPr>
                <p:cNvPr id="542" name="立方体 541">
                  <a:extLst>
                    <a:ext uri="{FF2B5EF4-FFF2-40B4-BE49-F238E27FC236}">
                      <a16:creationId xmlns:a16="http://schemas.microsoft.com/office/drawing/2014/main" id="{71FFBE8E-7D85-483B-BBE0-45ABDC2590FD}"/>
                    </a:ext>
                  </a:extLst>
                </p:cNvPr>
                <p:cNvSpPr>
                  <a:spLocks noChangeAspect="1"/>
                </p:cNvSpPr>
                <p:nvPr/>
              </p:nvSpPr>
              <p:spPr>
                <a:xfrm>
                  <a:off x="7261635" y="4457979"/>
                  <a:ext cx="275210" cy="295541"/>
                </a:xfrm>
                <a:prstGeom prst="cube">
                  <a:avLst>
                    <a:gd name="adj" fmla="val 82760"/>
                  </a:avLst>
                </a:prstGeom>
                <a:solidFill>
                  <a:schemeClr val="accent2">
                    <a:lumMod val="75000"/>
                  </a:schemeClr>
                </a:solidFill>
                <a:ln w="63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43" name="立方体 542">
                  <a:extLst>
                    <a:ext uri="{FF2B5EF4-FFF2-40B4-BE49-F238E27FC236}">
                      <a16:creationId xmlns:a16="http://schemas.microsoft.com/office/drawing/2014/main" id="{F7DECFB5-6D1F-45F3-86AF-F4F4179057BB}"/>
                    </a:ext>
                  </a:extLst>
                </p:cNvPr>
                <p:cNvSpPr>
                  <a:spLocks noChangeAspect="1"/>
                </p:cNvSpPr>
                <p:nvPr/>
              </p:nvSpPr>
              <p:spPr>
                <a:xfrm>
                  <a:off x="7035173" y="4695193"/>
                  <a:ext cx="275210" cy="295541"/>
                </a:xfrm>
                <a:prstGeom prst="cube">
                  <a:avLst>
                    <a:gd name="adj" fmla="val 82760"/>
                  </a:avLst>
                </a:prstGeom>
                <a:solidFill>
                  <a:schemeClr val="accent1">
                    <a:lumMod val="75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grpSp>
          <p:sp>
            <p:nvSpPr>
              <p:cNvPr id="538" name="文本框 96">
                <a:extLst>
                  <a:ext uri="{FF2B5EF4-FFF2-40B4-BE49-F238E27FC236}">
                    <a16:creationId xmlns:a16="http://schemas.microsoft.com/office/drawing/2014/main" id="{3FEF9618-EFDD-4968-BB21-82830A3393B3}"/>
                  </a:ext>
                </a:extLst>
              </p:cNvPr>
              <p:cNvSpPr txBox="1"/>
              <p:nvPr/>
            </p:nvSpPr>
            <p:spPr>
              <a:xfrm rot="5400000">
                <a:off x="7157520" y="2732903"/>
                <a:ext cx="266125" cy="355972"/>
              </a:xfrm>
              <a:prstGeom prst="rect">
                <a:avLst/>
              </a:prstGeom>
              <a:noFill/>
              <a:ln w="6350">
                <a:noFill/>
              </a:ln>
            </p:spPr>
            <p:txBody>
              <a:bodyPr rot="0" spcFirstLastPara="0" vert="horz" wrap="none" lIns="36000" tIns="0" rIns="36000" bIns="72000" numCol="1" spcCol="0" rtlCol="0" fromWordArt="0" anchor="ctr" anchorCtr="1" forceAA="0" compatLnSpc="1">
                <a:prstTxWarp prst="textNoShape">
                  <a:avLst/>
                </a:prstTxWarp>
                <a:noAutofit/>
              </a:bodyPr>
              <a:lstStyle/>
              <a:p>
                <a:pPr algn="ctr"/>
                <a:r>
                  <a:rPr lang="en-US" sz="1300" b="1" kern="1200"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grpSp>
            <p:nvGrpSpPr>
              <p:cNvPr id="24" name="组合 23">
                <a:extLst>
                  <a:ext uri="{FF2B5EF4-FFF2-40B4-BE49-F238E27FC236}">
                    <a16:creationId xmlns:a16="http://schemas.microsoft.com/office/drawing/2014/main" id="{231FC1F7-F44E-4868-8140-13AF17CCF8B6}"/>
                  </a:ext>
                </a:extLst>
              </p:cNvPr>
              <p:cNvGrpSpPr/>
              <p:nvPr/>
            </p:nvGrpSpPr>
            <p:grpSpPr>
              <a:xfrm>
                <a:off x="6773623" y="3141462"/>
                <a:ext cx="1033919" cy="889257"/>
                <a:chOff x="6773623" y="3141462"/>
                <a:chExt cx="1033919" cy="889257"/>
              </a:xfrm>
            </p:grpSpPr>
            <p:grpSp>
              <p:nvGrpSpPr>
                <p:cNvPr id="22" name="组合 21">
                  <a:extLst>
                    <a:ext uri="{FF2B5EF4-FFF2-40B4-BE49-F238E27FC236}">
                      <a16:creationId xmlns:a16="http://schemas.microsoft.com/office/drawing/2014/main" id="{9E844C3F-9107-49F5-8E29-02BB4A956DA2}"/>
                    </a:ext>
                  </a:extLst>
                </p:cNvPr>
                <p:cNvGrpSpPr/>
                <p:nvPr/>
              </p:nvGrpSpPr>
              <p:grpSpPr>
                <a:xfrm>
                  <a:off x="7319435" y="3141462"/>
                  <a:ext cx="488107" cy="889257"/>
                  <a:chOff x="7319435" y="3141462"/>
                  <a:chExt cx="488107" cy="889257"/>
                </a:xfrm>
              </p:grpSpPr>
              <p:grpSp>
                <p:nvGrpSpPr>
                  <p:cNvPr id="20" name="组合 19">
                    <a:extLst>
                      <a:ext uri="{FF2B5EF4-FFF2-40B4-BE49-F238E27FC236}">
                        <a16:creationId xmlns:a16="http://schemas.microsoft.com/office/drawing/2014/main" id="{A3874BC2-0F6A-4E21-8B50-E6CD6F64374B}"/>
                      </a:ext>
                    </a:extLst>
                  </p:cNvPr>
                  <p:cNvGrpSpPr/>
                  <p:nvPr/>
                </p:nvGrpSpPr>
                <p:grpSpPr>
                  <a:xfrm>
                    <a:off x="7319435" y="3542676"/>
                    <a:ext cx="488107" cy="488043"/>
                    <a:chOff x="7319435" y="3542676"/>
                    <a:chExt cx="488107" cy="488043"/>
                  </a:xfrm>
                </p:grpSpPr>
                <p:sp>
                  <p:nvSpPr>
                    <p:cNvPr id="548" name="矩形 547">
                      <a:extLst>
                        <a:ext uri="{FF2B5EF4-FFF2-40B4-BE49-F238E27FC236}">
                          <a16:creationId xmlns:a16="http://schemas.microsoft.com/office/drawing/2014/main" id="{D7CFE0EA-B9A0-492E-989B-8BA0895EB3FB}"/>
                        </a:ext>
                      </a:extLst>
                    </p:cNvPr>
                    <p:cNvSpPr>
                      <a:spLocks noChangeAspect="1"/>
                    </p:cNvSpPr>
                    <p:nvPr/>
                  </p:nvSpPr>
                  <p:spPr>
                    <a:xfrm>
                      <a:off x="7319435" y="3542676"/>
                      <a:ext cx="488107" cy="488043"/>
                    </a:xfrm>
                    <a:prstGeom prst="rect">
                      <a:avLst/>
                    </a:pr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49" name="立方体 548">
                      <a:extLst>
                        <a:ext uri="{FF2B5EF4-FFF2-40B4-BE49-F238E27FC236}">
                          <a16:creationId xmlns:a16="http://schemas.microsoft.com/office/drawing/2014/main" id="{DC668473-7F95-456E-BEDE-67999253060C}"/>
                        </a:ext>
                      </a:extLst>
                    </p:cNvPr>
                    <p:cNvSpPr>
                      <a:spLocks noChangeAspect="1"/>
                    </p:cNvSpPr>
                    <p:nvPr/>
                  </p:nvSpPr>
                  <p:spPr>
                    <a:xfrm>
                      <a:off x="7425883" y="3638927"/>
                      <a:ext cx="275210" cy="295541"/>
                    </a:xfrm>
                    <a:prstGeom prst="cube">
                      <a:avLst>
                        <a:gd name="adj" fmla="val 82760"/>
                      </a:avLst>
                    </a:prstGeom>
                    <a:solidFill>
                      <a:schemeClr val="accent1">
                        <a:lumMod val="75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grpSp>
              <p:cxnSp>
                <p:nvCxnSpPr>
                  <p:cNvPr id="539" name="直接箭头连接符 538">
                    <a:extLst>
                      <a:ext uri="{FF2B5EF4-FFF2-40B4-BE49-F238E27FC236}">
                        <a16:creationId xmlns:a16="http://schemas.microsoft.com/office/drawing/2014/main" id="{C6D24DF1-3DE6-4FED-B74A-D926C8E6DE34}"/>
                      </a:ext>
                    </a:extLst>
                  </p:cNvPr>
                  <p:cNvCxnSpPr>
                    <a:cxnSpLocks/>
                  </p:cNvCxnSpPr>
                  <p:nvPr/>
                </p:nvCxnSpPr>
                <p:spPr>
                  <a:xfrm rot="5400000">
                    <a:off x="7413732" y="3291219"/>
                    <a:ext cx="2995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23" name="组合 22">
                  <a:extLst>
                    <a:ext uri="{FF2B5EF4-FFF2-40B4-BE49-F238E27FC236}">
                      <a16:creationId xmlns:a16="http://schemas.microsoft.com/office/drawing/2014/main" id="{59EAC082-78DA-4F3B-A18E-B91DEF03AEB9}"/>
                    </a:ext>
                  </a:extLst>
                </p:cNvPr>
                <p:cNvGrpSpPr/>
                <p:nvPr/>
              </p:nvGrpSpPr>
              <p:grpSpPr>
                <a:xfrm>
                  <a:off x="6773623" y="3141462"/>
                  <a:ext cx="488107" cy="889257"/>
                  <a:chOff x="6773623" y="3141462"/>
                  <a:chExt cx="488107" cy="889257"/>
                </a:xfrm>
              </p:grpSpPr>
              <p:grpSp>
                <p:nvGrpSpPr>
                  <p:cNvPr id="14" name="组合 13">
                    <a:extLst>
                      <a:ext uri="{FF2B5EF4-FFF2-40B4-BE49-F238E27FC236}">
                        <a16:creationId xmlns:a16="http://schemas.microsoft.com/office/drawing/2014/main" id="{C6B28C37-993D-4D3A-AEB0-254ACDEECDF5}"/>
                      </a:ext>
                    </a:extLst>
                  </p:cNvPr>
                  <p:cNvGrpSpPr/>
                  <p:nvPr/>
                </p:nvGrpSpPr>
                <p:grpSpPr>
                  <a:xfrm>
                    <a:off x="6773623" y="3542676"/>
                    <a:ext cx="488107" cy="488043"/>
                    <a:chOff x="6773623" y="3542676"/>
                    <a:chExt cx="488107" cy="488043"/>
                  </a:xfrm>
                </p:grpSpPr>
                <p:sp>
                  <p:nvSpPr>
                    <p:cNvPr id="547" name="立方体 546">
                      <a:extLst>
                        <a:ext uri="{FF2B5EF4-FFF2-40B4-BE49-F238E27FC236}">
                          <a16:creationId xmlns:a16="http://schemas.microsoft.com/office/drawing/2014/main" id="{F8717156-A665-4C62-B6FB-26FD633A2F6F}"/>
                        </a:ext>
                      </a:extLst>
                    </p:cNvPr>
                    <p:cNvSpPr>
                      <a:spLocks noChangeAspect="1"/>
                    </p:cNvSpPr>
                    <p:nvPr/>
                  </p:nvSpPr>
                  <p:spPr>
                    <a:xfrm>
                      <a:off x="6880071" y="3638927"/>
                      <a:ext cx="275210" cy="295541"/>
                    </a:xfrm>
                    <a:prstGeom prst="cube">
                      <a:avLst>
                        <a:gd name="adj" fmla="val 82760"/>
                      </a:avLst>
                    </a:prstGeom>
                    <a:solidFill>
                      <a:schemeClr val="accent2">
                        <a:lumMod val="75000"/>
                      </a:schemeClr>
                    </a:solidFill>
                    <a:ln w="63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50" name="矩形 549">
                      <a:extLst>
                        <a:ext uri="{FF2B5EF4-FFF2-40B4-BE49-F238E27FC236}">
                          <a16:creationId xmlns:a16="http://schemas.microsoft.com/office/drawing/2014/main" id="{2159DF2A-3392-46EA-87F2-08BFC5B07A2A}"/>
                        </a:ext>
                      </a:extLst>
                    </p:cNvPr>
                    <p:cNvSpPr>
                      <a:spLocks noChangeAspect="1"/>
                    </p:cNvSpPr>
                    <p:nvPr/>
                  </p:nvSpPr>
                  <p:spPr>
                    <a:xfrm>
                      <a:off x="6773623" y="3542676"/>
                      <a:ext cx="488107" cy="488043"/>
                    </a:xfrm>
                    <a:prstGeom prst="rect">
                      <a:avLst/>
                    </a:prstGeom>
                    <a:noFill/>
                    <a:ln w="63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zh-CN" altLang="en-US"/>
                    </a:p>
                  </p:txBody>
                </p:sp>
              </p:grpSp>
              <p:cxnSp>
                <p:nvCxnSpPr>
                  <p:cNvPr id="540" name="直接箭头连接符 539">
                    <a:extLst>
                      <a:ext uri="{FF2B5EF4-FFF2-40B4-BE49-F238E27FC236}">
                        <a16:creationId xmlns:a16="http://schemas.microsoft.com/office/drawing/2014/main" id="{4D6FB6ED-090E-48B1-8A90-81E89F3E9FB9}"/>
                      </a:ext>
                    </a:extLst>
                  </p:cNvPr>
                  <p:cNvCxnSpPr>
                    <a:cxnSpLocks/>
                  </p:cNvCxnSpPr>
                  <p:nvPr/>
                </p:nvCxnSpPr>
                <p:spPr>
                  <a:xfrm rot="5400000">
                    <a:off x="6867920" y="3291219"/>
                    <a:ext cx="2995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pic>
            <p:nvPicPr>
              <p:cNvPr id="541" name="图片 540">
                <a:extLst>
                  <a:ext uri="{FF2B5EF4-FFF2-40B4-BE49-F238E27FC236}">
                    <a16:creationId xmlns:a16="http://schemas.microsoft.com/office/drawing/2014/main" id="{A2EC1667-03FB-48ED-B6FE-A5E10982F38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5400000">
                <a:off x="7094495" y="2109320"/>
                <a:ext cx="392175" cy="784455"/>
              </a:xfrm>
              <a:prstGeom prst="rect">
                <a:avLst/>
              </a:prstGeom>
            </p:spPr>
          </p:pic>
          <p:sp>
            <p:nvSpPr>
              <p:cNvPr id="533" name="矩形 532">
                <a:extLst>
                  <a:ext uri="{FF2B5EF4-FFF2-40B4-BE49-F238E27FC236}">
                    <a16:creationId xmlns:a16="http://schemas.microsoft.com/office/drawing/2014/main" id="{4919D750-327A-451A-B1D9-48C1C6C2CD1D}"/>
                  </a:ext>
                </a:extLst>
              </p:cNvPr>
              <p:cNvSpPr/>
              <p:nvPr/>
            </p:nvSpPr>
            <p:spPr>
              <a:xfrm>
                <a:off x="7031537" y="5642629"/>
                <a:ext cx="518091" cy="292388"/>
              </a:xfrm>
              <a:prstGeom prst="rect">
                <a:avLst/>
              </a:prstGeom>
            </p:spPr>
            <p:txBody>
              <a:bodyPr wrap="none">
                <a:spAutoFit/>
              </a:bodyPr>
              <a:lstStyle/>
              <a:p>
                <a:pPr algn="ctr"/>
                <a:r>
                  <a:rPr lang="zh-CN" sz="1300" kern="1200" dirty="0">
                    <a:solidFill>
                      <a:srgbClr val="000000"/>
                    </a:solidFill>
                    <a:effectLst/>
                    <a:latin typeface="宋体" panose="02010600030101010101" pitchFamily="2" charset="-122"/>
                    <a:ea typeface="宋体" panose="02010600030101010101" pitchFamily="2" charset="-122"/>
                    <a:cs typeface="Times New Roman" panose="02020603050405020304" pitchFamily="18" charset="0"/>
                  </a:rPr>
                  <a:t>度量</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grpSp>
        <p:sp>
          <p:nvSpPr>
            <p:cNvPr id="117" name="矩形 116">
              <a:extLst>
                <a:ext uri="{FF2B5EF4-FFF2-40B4-BE49-F238E27FC236}">
                  <a16:creationId xmlns:a16="http://schemas.microsoft.com/office/drawing/2014/main" id="{68851E03-7DC3-4485-B435-2A8975FDD0FB}"/>
                </a:ext>
              </a:extLst>
            </p:cNvPr>
            <p:cNvSpPr/>
            <p:nvPr/>
          </p:nvSpPr>
          <p:spPr>
            <a:xfrm>
              <a:off x="4701038" y="1800691"/>
              <a:ext cx="851515" cy="292388"/>
            </a:xfrm>
            <a:prstGeom prst="rect">
              <a:avLst/>
            </a:prstGeom>
          </p:spPr>
          <p:txBody>
            <a:bodyPr wrap="none">
              <a:spAutoFit/>
            </a:bodyPr>
            <a:lstStyle/>
            <a:p>
              <a:pPr algn="ctr"/>
              <a:r>
                <a:rPr lang="zh-CN" altLang="en-US" sz="13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全局特征</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118" name="矩形 117">
              <a:extLst>
                <a:ext uri="{FF2B5EF4-FFF2-40B4-BE49-F238E27FC236}">
                  <a16:creationId xmlns:a16="http://schemas.microsoft.com/office/drawing/2014/main" id="{4A3BC1AF-7424-443F-BC7D-E3FEABC23927}"/>
                </a:ext>
              </a:extLst>
            </p:cNvPr>
            <p:cNvSpPr/>
            <p:nvPr/>
          </p:nvSpPr>
          <p:spPr>
            <a:xfrm>
              <a:off x="4705343" y="3168883"/>
              <a:ext cx="851515" cy="292388"/>
            </a:xfrm>
            <a:prstGeom prst="rect">
              <a:avLst/>
            </a:prstGeom>
          </p:spPr>
          <p:txBody>
            <a:bodyPr wrap="none">
              <a:spAutoFit/>
            </a:bodyPr>
            <a:lstStyle/>
            <a:p>
              <a:pPr algn="ctr"/>
              <a:r>
                <a:rPr lang="zh-CN" altLang="en-US" sz="1300" dirty="0">
                  <a:solidFill>
                    <a:srgbClr val="000000"/>
                  </a:solidFill>
                  <a:latin typeface="宋体" panose="02010600030101010101" pitchFamily="2" charset="-122"/>
                  <a:ea typeface="宋体" panose="02010600030101010101" pitchFamily="2" charset="-122"/>
                  <a:cs typeface="Times New Roman" panose="02020603050405020304" pitchFamily="18" charset="0"/>
                </a:rPr>
                <a:t>属性特征</a:t>
              </a:r>
              <a:endParaRPr lang="zh-CN" sz="1300" dirty="0">
                <a:effectLst/>
                <a:latin typeface="宋体" panose="02010600030101010101" pitchFamily="2" charset="-122"/>
                <a:ea typeface="宋体" panose="02010600030101010101" pitchFamily="2" charset="-122"/>
                <a:cs typeface="宋体" panose="02010600030101010101" pitchFamily="2" charset="-122"/>
              </a:endParaRPr>
            </a:p>
          </p:txBody>
        </p:sp>
      </p:grpSp>
    </p:spTree>
    <p:extLst>
      <p:ext uri="{BB962C8B-B14F-4D97-AF65-F5344CB8AC3E}">
        <p14:creationId xmlns:p14="http://schemas.microsoft.com/office/powerpoint/2010/main" val="11838040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612000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实验结果</a:t>
            </a:r>
          </a:p>
        </p:txBody>
      </p:sp>
      <p:graphicFrame>
        <p:nvGraphicFramePr>
          <p:cNvPr id="2" name="表格 1">
            <a:extLst>
              <a:ext uri="{FF2B5EF4-FFF2-40B4-BE49-F238E27FC236}">
                <a16:creationId xmlns:a16="http://schemas.microsoft.com/office/drawing/2014/main" id="{AA7B470D-4084-487E-A25E-500A212758FA}"/>
              </a:ext>
            </a:extLst>
          </p:cNvPr>
          <p:cNvGraphicFramePr>
            <a:graphicFrameLocks noGrp="1"/>
          </p:cNvGraphicFramePr>
          <p:nvPr>
            <p:extLst>
              <p:ext uri="{D42A27DB-BD31-4B8C-83A1-F6EECF244321}">
                <p14:modId xmlns:p14="http://schemas.microsoft.com/office/powerpoint/2010/main" val="2477500934"/>
              </p:ext>
            </p:extLst>
          </p:nvPr>
        </p:nvGraphicFramePr>
        <p:xfrm>
          <a:off x="360000" y="2295838"/>
          <a:ext cx="6124803" cy="3600000"/>
        </p:xfrm>
        <a:graphic>
          <a:graphicData uri="http://schemas.openxmlformats.org/drawingml/2006/table">
            <a:tbl>
              <a:tblPr firstRow="1" firstCol="1" bandRow="1">
                <a:tableStyleId>{5C22544A-7EE6-4342-B048-85BDC9FD1C3A}</a:tableStyleId>
              </a:tblPr>
              <a:tblGrid>
                <a:gridCol w="1528663">
                  <a:extLst>
                    <a:ext uri="{9D8B030D-6E8A-4147-A177-3AD203B41FA5}">
                      <a16:colId xmlns:a16="http://schemas.microsoft.com/office/drawing/2014/main" val="2060832719"/>
                    </a:ext>
                  </a:extLst>
                </a:gridCol>
                <a:gridCol w="1149035">
                  <a:extLst>
                    <a:ext uri="{9D8B030D-6E8A-4147-A177-3AD203B41FA5}">
                      <a16:colId xmlns:a16="http://schemas.microsoft.com/office/drawing/2014/main" val="395694271"/>
                    </a:ext>
                  </a:extLst>
                </a:gridCol>
                <a:gridCol w="1149035">
                  <a:extLst>
                    <a:ext uri="{9D8B030D-6E8A-4147-A177-3AD203B41FA5}">
                      <a16:colId xmlns:a16="http://schemas.microsoft.com/office/drawing/2014/main" val="626690928"/>
                    </a:ext>
                  </a:extLst>
                </a:gridCol>
                <a:gridCol w="1149035">
                  <a:extLst>
                    <a:ext uri="{9D8B030D-6E8A-4147-A177-3AD203B41FA5}">
                      <a16:colId xmlns:a16="http://schemas.microsoft.com/office/drawing/2014/main" val="1491597625"/>
                    </a:ext>
                  </a:extLst>
                </a:gridCol>
                <a:gridCol w="1149035">
                  <a:extLst>
                    <a:ext uri="{9D8B030D-6E8A-4147-A177-3AD203B41FA5}">
                      <a16:colId xmlns:a16="http://schemas.microsoft.com/office/drawing/2014/main" val="3478626663"/>
                    </a:ext>
                  </a:extLst>
                </a:gridCol>
              </a:tblGrid>
              <a:tr h="360000">
                <a:tc rowSpan="2">
                  <a:txBody>
                    <a:bodyPr/>
                    <a:lstStyle/>
                    <a:p>
                      <a:pPr algn="ctr">
                        <a:lnSpc>
                          <a:spcPct val="100000"/>
                        </a:lnSpc>
                      </a:pPr>
                      <a:r>
                        <a:rPr lang="zh-CN"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方法</a:t>
                      </a:r>
                      <a:endParaRPr lang="zh-CN" sz="2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lnSpc>
                          <a:spcPct val="100000"/>
                        </a:lnSpc>
                      </a:pPr>
                      <a:r>
                        <a:rPr lang="en-US" sz="2000" b="0" kern="100"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DukeMTMC-reID</a:t>
                      </a:r>
                      <a:endParaRPr lang="zh-CN" sz="2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tc gridSpan="2">
                  <a:txBody>
                    <a:bodyPr/>
                    <a:lstStyle/>
                    <a:p>
                      <a:pPr algn="ctr">
                        <a:lnSpc>
                          <a:spcPct val="100000"/>
                        </a:lnSpc>
                      </a:pPr>
                      <a:r>
                        <a:rPr lang="en-US"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Market-1501</a:t>
                      </a:r>
                      <a:endParaRPr lang="zh-CN" sz="2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zh-CN" altLang="en-US"/>
                    </a:p>
                  </a:txBody>
                  <a:tcPr/>
                </a:tc>
                <a:extLst>
                  <a:ext uri="{0D108BD9-81ED-4DB2-BD59-A6C34878D82A}">
                    <a16:rowId xmlns:a16="http://schemas.microsoft.com/office/drawing/2014/main" val="2907083895"/>
                  </a:ext>
                </a:extLst>
              </a:tr>
              <a:tr h="360000">
                <a:tc vMerge="1">
                  <a:txBody>
                    <a:bodyPr/>
                    <a:lstStyle/>
                    <a:p>
                      <a:endParaRPr lang="zh-CN" altLang="en-US"/>
                    </a:p>
                  </a:txBody>
                  <a:tcPr/>
                </a:tc>
                <a:tc>
                  <a:txBody>
                    <a:bodyPr/>
                    <a:lstStyle/>
                    <a:p>
                      <a:pPr algn="ctr">
                        <a:lnSpc>
                          <a:spcPct val="100000"/>
                        </a:lnSpc>
                      </a:pPr>
                      <a:r>
                        <a:rPr lang="en-US" sz="2000" b="0" kern="100" dirty="0" err="1">
                          <a:effectLst/>
                          <a:latin typeface="Times New Roman" panose="02020603050405020304" pitchFamily="18" charset="0"/>
                          <a:ea typeface="楷体" panose="02010609060101010101" pitchFamily="49" charset="-122"/>
                          <a:cs typeface="Times New Roman" panose="02020603050405020304" pitchFamily="18" charset="0"/>
                        </a:rPr>
                        <a:t>mAP</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Rank-1</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err="1">
                          <a:effectLst/>
                          <a:latin typeface="Times New Roman" panose="02020603050405020304" pitchFamily="18" charset="0"/>
                          <a:ea typeface="楷体" panose="02010609060101010101" pitchFamily="49" charset="-122"/>
                          <a:cs typeface="Times New Roman" panose="02020603050405020304" pitchFamily="18" charset="0"/>
                        </a:rPr>
                        <a:t>mAP</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Rank-1</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9703"/>
                  </a:ext>
                </a:extLst>
              </a:tr>
              <a:tr h="360000">
                <a:tc>
                  <a:txBody>
                    <a:bodyPr/>
                    <a:lstStyle/>
                    <a:p>
                      <a:pPr algn="ctr">
                        <a:lnSpc>
                          <a:spcPct val="100000"/>
                        </a:lnSpc>
                      </a:pPr>
                      <a:r>
                        <a:rPr lang="en-US"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PCB-RPP</a:t>
                      </a:r>
                      <a:endParaRPr lang="zh-CN" sz="2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69.2</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83.3</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a:effectLst/>
                          <a:latin typeface="Times New Roman" panose="02020603050405020304" pitchFamily="18" charset="0"/>
                          <a:ea typeface="楷体" panose="02010609060101010101" pitchFamily="49" charset="-122"/>
                          <a:cs typeface="Times New Roman" panose="02020603050405020304" pitchFamily="18" charset="0"/>
                        </a:rPr>
                        <a:t>81.6</a:t>
                      </a:r>
                      <a:endParaRPr lang="zh-CN" sz="2800" b="0" kern="10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a:effectLst/>
                          <a:latin typeface="Times New Roman" panose="02020603050405020304" pitchFamily="18" charset="0"/>
                          <a:ea typeface="楷体" panose="02010609060101010101" pitchFamily="49" charset="-122"/>
                          <a:cs typeface="Times New Roman" panose="02020603050405020304" pitchFamily="18" charset="0"/>
                        </a:rPr>
                        <a:t>93.8</a:t>
                      </a:r>
                      <a:endParaRPr lang="zh-CN" sz="2800" b="0" kern="10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7691394"/>
                  </a:ext>
                </a:extLst>
              </a:tr>
              <a:tr h="360000">
                <a:tc>
                  <a:txBody>
                    <a:bodyPr/>
                    <a:lstStyle/>
                    <a:p>
                      <a:pPr algn="ctr">
                        <a:lnSpc>
                          <a:spcPct val="100000"/>
                        </a:lnSpc>
                      </a:pPr>
                      <a:r>
                        <a:rPr lang="en-US"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PDC</a:t>
                      </a:r>
                      <a:endParaRPr lang="zh-CN" sz="2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a:effectLst/>
                          <a:latin typeface="Times New Roman" panose="02020603050405020304" pitchFamily="18" charset="0"/>
                          <a:ea typeface="楷体" panose="02010609060101010101" pitchFamily="49" charset="-122"/>
                          <a:cs typeface="Times New Roman" panose="02020603050405020304" pitchFamily="18" charset="0"/>
                        </a:rPr>
                        <a:t>63.4</a:t>
                      </a:r>
                      <a:endParaRPr lang="zh-CN" sz="2800" b="0" kern="10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a:effectLst/>
                          <a:latin typeface="Times New Roman" panose="02020603050405020304" pitchFamily="18" charset="0"/>
                          <a:ea typeface="楷体" panose="02010609060101010101" pitchFamily="49" charset="-122"/>
                          <a:cs typeface="Times New Roman" panose="02020603050405020304" pitchFamily="18" charset="0"/>
                        </a:rPr>
                        <a:t>84.4</a:t>
                      </a:r>
                      <a:endParaRPr lang="zh-CN" sz="2800" b="0" kern="10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6918393"/>
                  </a:ext>
                </a:extLst>
              </a:tr>
              <a:tr h="360000">
                <a:tc>
                  <a:txBody>
                    <a:bodyPr/>
                    <a:lstStyle/>
                    <a:p>
                      <a:pPr algn="ctr">
                        <a:lnSpc>
                          <a:spcPct val="100000"/>
                        </a:lnSpc>
                      </a:pPr>
                      <a:r>
                        <a:rPr lang="en-US"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PSE</a:t>
                      </a:r>
                      <a:endParaRPr lang="zh-CN" sz="2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62.0</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79.8</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a:effectLst/>
                          <a:latin typeface="Times New Roman" panose="02020603050405020304" pitchFamily="18" charset="0"/>
                          <a:ea typeface="楷体" panose="02010609060101010101" pitchFamily="49" charset="-122"/>
                          <a:cs typeface="Times New Roman" panose="02020603050405020304" pitchFamily="18" charset="0"/>
                        </a:rPr>
                        <a:t>69.0</a:t>
                      </a:r>
                      <a:endParaRPr lang="zh-CN" sz="2800" b="0" kern="10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a:effectLst/>
                          <a:latin typeface="Times New Roman" panose="02020603050405020304" pitchFamily="18" charset="0"/>
                          <a:ea typeface="楷体" panose="02010609060101010101" pitchFamily="49" charset="-122"/>
                          <a:cs typeface="Times New Roman" panose="02020603050405020304" pitchFamily="18" charset="0"/>
                        </a:rPr>
                        <a:t>87.7</a:t>
                      </a:r>
                      <a:endParaRPr lang="zh-CN" sz="2800" b="0" kern="10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0290278"/>
                  </a:ext>
                </a:extLst>
              </a:tr>
              <a:tr h="360000">
                <a:tc>
                  <a:txBody>
                    <a:bodyPr/>
                    <a:lstStyle/>
                    <a:p>
                      <a:pPr algn="ctr">
                        <a:lnSpc>
                          <a:spcPct val="100000"/>
                        </a:lnSpc>
                      </a:pPr>
                      <a:r>
                        <a:rPr lang="en-US" sz="2000" b="0" kern="100"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SPReID</a:t>
                      </a:r>
                      <a:endParaRPr lang="zh-CN" sz="2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71.0</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84.4</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a:effectLst/>
                          <a:latin typeface="Times New Roman" panose="02020603050405020304" pitchFamily="18" charset="0"/>
                          <a:ea typeface="楷体" panose="02010609060101010101" pitchFamily="49" charset="-122"/>
                          <a:cs typeface="Times New Roman" panose="02020603050405020304" pitchFamily="18" charset="0"/>
                        </a:rPr>
                        <a:t>81.3</a:t>
                      </a:r>
                      <a:endParaRPr lang="zh-CN" sz="2800" b="0" kern="10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a:effectLst/>
                          <a:latin typeface="Times New Roman" panose="02020603050405020304" pitchFamily="18" charset="0"/>
                          <a:ea typeface="楷体" panose="02010609060101010101" pitchFamily="49" charset="-122"/>
                          <a:cs typeface="Times New Roman" panose="02020603050405020304" pitchFamily="18" charset="0"/>
                        </a:rPr>
                        <a:t>92.5</a:t>
                      </a:r>
                      <a:endParaRPr lang="zh-CN" sz="2800" b="0" kern="10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7963773"/>
                  </a:ext>
                </a:extLst>
              </a:tr>
              <a:tr h="360000">
                <a:tc>
                  <a:txBody>
                    <a:bodyPr/>
                    <a:lstStyle/>
                    <a:p>
                      <a:pPr algn="ctr">
                        <a:lnSpc>
                          <a:spcPct val="100000"/>
                        </a:lnSpc>
                      </a:pPr>
                      <a:r>
                        <a:rPr lang="en-US"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ACRN</a:t>
                      </a:r>
                      <a:endParaRPr lang="zh-CN" sz="2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52.0</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72.6</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a:effectLst/>
                          <a:latin typeface="Times New Roman" panose="02020603050405020304" pitchFamily="18" charset="0"/>
                          <a:ea typeface="楷体" panose="02010609060101010101" pitchFamily="49" charset="-122"/>
                          <a:cs typeface="Times New Roman" panose="02020603050405020304" pitchFamily="18" charset="0"/>
                        </a:rPr>
                        <a:t>62.6</a:t>
                      </a:r>
                      <a:endParaRPr lang="zh-CN" sz="2800" b="0" kern="10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a:effectLst/>
                          <a:latin typeface="Times New Roman" panose="02020603050405020304" pitchFamily="18" charset="0"/>
                          <a:ea typeface="楷体" panose="02010609060101010101" pitchFamily="49" charset="-122"/>
                          <a:cs typeface="Times New Roman" panose="02020603050405020304" pitchFamily="18" charset="0"/>
                        </a:rPr>
                        <a:t>83.6</a:t>
                      </a:r>
                      <a:endParaRPr lang="zh-CN" sz="2800" b="0" kern="10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9324786"/>
                  </a:ext>
                </a:extLst>
              </a:tr>
              <a:tr h="360000">
                <a:tc>
                  <a:txBody>
                    <a:bodyPr/>
                    <a:lstStyle/>
                    <a:p>
                      <a:pPr algn="ctr">
                        <a:lnSpc>
                          <a:spcPct val="100000"/>
                        </a:lnSpc>
                      </a:pPr>
                      <a:r>
                        <a:rPr lang="en-US"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APR</a:t>
                      </a:r>
                      <a:endParaRPr lang="zh-CN" sz="2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55.6</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73.9</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66.9</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a:effectLst/>
                          <a:latin typeface="Times New Roman" panose="02020603050405020304" pitchFamily="18" charset="0"/>
                          <a:ea typeface="楷体" panose="02010609060101010101" pitchFamily="49" charset="-122"/>
                          <a:cs typeface="Times New Roman" panose="02020603050405020304" pitchFamily="18" charset="0"/>
                        </a:rPr>
                        <a:t>87.0</a:t>
                      </a:r>
                      <a:endParaRPr lang="zh-CN" sz="2800" b="0" kern="10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9707935"/>
                  </a:ext>
                </a:extLst>
              </a:tr>
              <a:tr h="360000">
                <a:tc>
                  <a:txBody>
                    <a:bodyPr/>
                    <a:lstStyle/>
                    <a:p>
                      <a:pPr algn="ctr">
                        <a:lnSpc>
                          <a:spcPct val="100000"/>
                        </a:lnSpc>
                      </a:pPr>
                      <a:r>
                        <a:rPr lang="en-US"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AANet-50</a:t>
                      </a:r>
                      <a:endParaRPr lang="zh-CN" sz="2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72.6</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86.4</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82.5</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1" kern="100" dirty="0">
                          <a:effectLst/>
                          <a:latin typeface="Times New Roman" panose="02020603050405020304" pitchFamily="18" charset="0"/>
                          <a:ea typeface="楷体" panose="02010609060101010101" pitchFamily="49" charset="-122"/>
                          <a:cs typeface="Times New Roman" panose="02020603050405020304" pitchFamily="18" charset="0"/>
                        </a:rPr>
                        <a:t>93.9</a:t>
                      </a:r>
                      <a:endParaRPr lang="zh-CN" sz="2800" b="1"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61829864"/>
                  </a:ext>
                </a:extLst>
              </a:tr>
              <a:tr h="360000">
                <a:tc>
                  <a:txBody>
                    <a:bodyPr/>
                    <a:lstStyle/>
                    <a:p>
                      <a:pPr algn="ctr">
                        <a:lnSpc>
                          <a:spcPct val="100000"/>
                        </a:lnSpc>
                      </a:pPr>
                      <a:r>
                        <a:rPr lang="zh-CN"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本章方法</a:t>
                      </a:r>
                      <a:endParaRPr lang="zh-CN" sz="2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1" kern="100" dirty="0">
                          <a:effectLst/>
                          <a:latin typeface="Times New Roman" panose="02020603050405020304" pitchFamily="18" charset="0"/>
                          <a:ea typeface="楷体" panose="02010609060101010101" pitchFamily="49" charset="-122"/>
                          <a:cs typeface="Times New Roman" panose="02020603050405020304" pitchFamily="18" charset="0"/>
                        </a:rPr>
                        <a:t>74.2</a:t>
                      </a:r>
                      <a:endParaRPr lang="zh-CN" sz="2800" b="1"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1" kern="100" dirty="0">
                          <a:effectLst/>
                          <a:latin typeface="Times New Roman" panose="02020603050405020304" pitchFamily="18" charset="0"/>
                          <a:ea typeface="楷体" panose="02010609060101010101" pitchFamily="49" charset="-122"/>
                          <a:cs typeface="Times New Roman" panose="02020603050405020304" pitchFamily="18" charset="0"/>
                        </a:rPr>
                        <a:t>87.1</a:t>
                      </a:r>
                      <a:endParaRPr lang="zh-CN" sz="2800" b="1"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1" kern="100" dirty="0">
                          <a:effectLst/>
                          <a:latin typeface="Times New Roman" panose="02020603050405020304" pitchFamily="18" charset="0"/>
                          <a:ea typeface="楷体" panose="02010609060101010101" pitchFamily="49" charset="-122"/>
                          <a:cs typeface="Times New Roman" panose="02020603050405020304" pitchFamily="18" charset="0"/>
                        </a:rPr>
                        <a:t>83.5</a:t>
                      </a:r>
                      <a:endParaRPr lang="zh-CN" sz="2800" b="1"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effectLst/>
                          <a:latin typeface="Times New Roman" panose="02020603050405020304" pitchFamily="18" charset="0"/>
                          <a:ea typeface="楷体" panose="02010609060101010101" pitchFamily="49" charset="-122"/>
                          <a:cs typeface="Times New Roman" panose="02020603050405020304" pitchFamily="18" charset="0"/>
                        </a:rPr>
                        <a:t>93.6</a:t>
                      </a:r>
                      <a:endParaRPr lang="zh-CN" sz="2800" b="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8714537"/>
                  </a:ext>
                </a:extLst>
              </a:tr>
            </a:tbl>
          </a:graphicData>
        </a:graphic>
      </p:graphicFrame>
      <p:sp>
        <p:nvSpPr>
          <p:cNvPr id="62" name="文本框 61">
            <a:extLst>
              <a:ext uri="{FF2B5EF4-FFF2-40B4-BE49-F238E27FC236}">
                <a16:creationId xmlns:a16="http://schemas.microsoft.com/office/drawing/2014/main" id="{AAAC2449-E6B4-4226-B827-11DCDC9F6E57}"/>
              </a:ext>
            </a:extLst>
          </p:cNvPr>
          <p:cNvSpPr txBox="1"/>
          <p:nvPr/>
        </p:nvSpPr>
        <p:spPr>
          <a:xfrm>
            <a:off x="719022" y="1576482"/>
            <a:ext cx="4404385" cy="520848"/>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与相关方法的性能比较（</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66" name="文本框 65">
            <a:extLst>
              <a:ext uri="{FF2B5EF4-FFF2-40B4-BE49-F238E27FC236}">
                <a16:creationId xmlns:a16="http://schemas.microsoft.com/office/drawing/2014/main" id="{FE9E3C4E-0E59-47F2-B53B-63B700661F8B}"/>
              </a:ext>
            </a:extLst>
          </p:cNvPr>
          <p:cNvSpPr txBox="1"/>
          <p:nvPr/>
        </p:nvSpPr>
        <p:spPr>
          <a:xfrm>
            <a:off x="6882651" y="1914888"/>
            <a:ext cx="5071919" cy="4361900"/>
          </a:xfrm>
          <a:prstGeom prst="rect">
            <a:avLst/>
          </a:prstGeom>
          <a:noFill/>
        </p:spPr>
        <p:txBody>
          <a:bodyPr wrap="square" rtlCol="0">
            <a:spAutoFit/>
          </a:bodyPr>
          <a:lstStyle/>
          <a:p>
            <a:pPr algn="just">
              <a:lnSpc>
                <a:spcPct val="130000"/>
              </a:lnSpc>
            </a:pPr>
            <a:r>
              <a:rPr lang="en-US" altLang="zh-CN" sz="2400" dirty="0" err="1">
                <a:latin typeface="Times New Roman" panose="02020603050405020304" pitchFamily="18" charset="0"/>
                <a:ea typeface="楷体" panose="02010609060101010101" pitchFamily="49" charset="-122"/>
                <a:cs typeface="Times New Roman" panose="02020603050405020304" pitchFamily="18" charset="0"/>
              </a:rPr>
              <a:t>DukeMTMC-reID</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训练集</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16522</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张</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/702</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人，搜索库</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17661</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张</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/1110</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人，待检索库</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2228</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张</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/702</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10</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个属性。</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Market-1501</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训练集</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12936</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张</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/751</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人，搜索库</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19732</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张</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/750</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人，待检索库</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3368</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张</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/750</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人，</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12</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个属性。</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557619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612000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实验结果</a:t>
            </a:r>
          </a:p>
        </p:txBody>
      </p:sp>
      <p:graphicFrame>
        <p:nvGraphicFramePr>
          <p:cNvPr id="3" name="表格 2">
            <a:extLst>
              <a:ext uri="{FF2B5EF4-FFF2-40B4-BE49-F238E27FC236}">
                <a16:creationId xmlns:a16="http://schemas.microsoft.com/office/drawing/2014/main" id="{6F6E5B6E-B644-4FD2-9288-8388DFEDE53C}"/>
              </a:ext>
            </a:extLst>
          </p:cNvPr>
          <p:cNvGraphicFramePr>
            <a:graphicFrameLocks noGrp="1"/>
          </p:cNvGraphicFramePr>
          <p:nvPr>
            <p:extLst>
              <p:ext uri="{D42A27DB-BD31-4B8C-83A1-F6EECF244321}">
                <p14:modId xmlns:p14="http://schemas.microsoft.com/office/powerpoint/2010/main" val="474299147"/>
              </p:ext>
            </p:extLst>
          </p:nvPr>
        </p:nvGraphicFramePr>
        <p:xfrm>
          <a:off x="709807" y="2551340"/>
          <a:ext cx="4752000" cy="2808000"/>
        </p:xfrm>
        <a:graphic>
          <a:graphicData uri="http://schemas.openxmlformats.org/drawingml/2006/table">
            <a:tbl>
              <a:tblPr firstRow="1" firstCol="1" bandRow="1">
                <a:tableStyleId>{5C22544A-7EE6-4342-B048-85BDC9FD1C3A}</a:tableStyleId>
              </a:tblPr>
              <a:tblGrid>
                <a:gridCol w="2448000">
                  <a:extLst>
                    <a:ext uri="{9D8B030D-6E8A-4147-A177-3AD203B41FA5}">
                      <a16:colId xmlns:a16="http://schemas.microsoft.com/office/drawing/2014/main" val="2770302329"/>
                    </a:ext>
                  </a:extLst>
                </a:gridCol>
                <a:gridCol w="1152000">
                  <a:extLst>
                    <a:ext uri="{9D8B030D-6E8A-4147-A177-3AD203B41FA5}">
                      <a16:colId xmlns:a16="http://schemas.microsoft.com/office/drawing/2014/main" val="1065186946"/>
                    </a:ext>
                  </a:extLst>
                </a:gridCol>
                <a:gridCol w="1152000">
                  <a:extLst>
                    <a:ext uri="{9D8B030D-6E8A-4147-A177-3AD203B41FA5}">
                      <a16:colId xmlns:a16="http://schemas.microsoft.com/office/drawing/2014/main" val="1754914535"/>
                    </a:ext>
                  </a:extLst>
                </a:gridCol>
              </a:tblGrid>
              <a:tr h="468000">
                <a:tc>
                  <a:txBody>
                    <a:bodyPr/>
                    <a:lstStyle/>
                    <a:p>
                      <a:pPr algn="ctr">
                        <a:lnSpc>
                          <a:spcPct val="100000"/>
                        </a:lnSpc>
                      </a:pPr>
                      <a:r>
                        <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损失函数</a:t>
                      </a: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400" b="0" kern="100"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mAP</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Rank-1</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8913631"/>
                  </a:ext>
                </a:extLst>
              </a:tr>
              <a:tr h="468000">
                <a:tc>
                  <a:txBody>
                    <a:bodyPr/>
                    <a:lstStyle/>
                    <a:p>
                      <a:pPr algn="ctr">
                        <a:lnSpc>
                          <a:spcPct val="100000"/>
                        </a:lnSpc>
                      </a:pPr>
                      <a:endParaRPr lang="en-US"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400" kern="100" dirty="0">
                          <a:effectLst/>
                          <a:latin typeface="Times New Roman" panose="02020603050405020304" pitchFamily="18" charset="0"/>
                          <a:ea typeface="楷体" panose="02010609060101010101" pitchFamily="49" charset="-122"/>
                          <a:cs typeface="Times New Roman" panose="02020603050405020304" pitchFamily="18" charset="0"/>
                        </a:rPr>
                        <a:t>70.5</a:t>
                      </a:r>
                      <a:endParaRPr lang="zh-CN"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400" kern="100" dirty="0">
                          <a:effectLst/>
                          <a:latin typeface="Times New Roman" panose="02020603050405020304" pitchFamily="18" charset="0"/>
                          <a:ea typeface="楷体" panose="02010609060101010101" pitchFamily="49" charset="-122"/>
                          <a:cs typeface="Times New Roman" panose="02020603050405020304" pitchFamily="18" charset="0"/>
                        </a:rPr>
                        <a:t>84.1</a:t>
                      </a:r>
                      <a:endParaRPr lang="zh-CN"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1345438"/>
                  </a:ext>
                </a:extLst>
              </a:tr>
              <a:tr h="468000">
                <a:tc>
                  <a:txBody>
                    <a:bodyPr/>
                    <a:lstStyle/>
                    <a:p>
                      <a:pPr algn="ctr">
                        <a:lnSpc>
                          <a:spcPct val="100000"/>
                        </a:lnSpc>
                      </a:pPr>
                      <a:endParaRPr lang="en-US"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400" kern="100" dirty="0">
                          <a:effectLst/>
                          <a:latin typeface="Times New Roman" panose="02020603050405020304" pitchFamily="18" charset="0"/>
                          <a:ea typeface="楷体" panose="02010609060101010101" pitchFamily="49" charset="-122"/>
                          <a:cs typeface="Times New Roman" panose="02020603050405020304" pitchFamily="18" charset="0"/>
                        </a:rPr>
                        <a:t>71.1</a:t>
                      </a:r>
                      <a:endParaRPr lang="zh-CN"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400" kern="100" dirty="0">
                          <a:effectLst/>
                          <a:latin typeface="Times New Roman" panose="02020603050405020304" pitchFamily="18" charset="0"/>
                          <a:ea typeface="楷体" panose="02010609060101010101" pitchFamily="49" charset="-122"/>
                          <a:cs typeface="Times New Roman" panose="02020603050405020304" pitchFamily="18" charset="0"/>
                        </a:rPr>
                        <a:t>85.8</a:t>
                      </a:r>
                      <a:endParaRPr lang="zh-CN"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1028217"/>
                  </a:ext>
                </a:extLst>
              </a:tr>
              <a:tr h="468000">
                <a:tc>
                  <a:txBody>
                    <a:bodyPr/>
                    <a:lstStyle/>
                    <a:p>
                      <a:pPr algn="ctr">
                        <a:lnSpc>
                          <a:spcPct val="100000"/>
                        </a:lnSpc>
                      </a:pPr>
                      <a:endParaRPr lang="en-US"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400" b="1" kern="100" dirty="0">
                          <a:effectLst/>
                          <a:latin typeface="Times New Roman" panose="02020603050405020304" pitchFamily="18" charset="0"/>
                          <a:ea typeface="楷体" panose="02010609060101010101" pitchFamily="49" charset="-122"/>
                          <a:cs typeface="Times New Roman" panose="02020603050405020304" pitchFamily="18" charset="0"/>
                        </a:rPr>
                        <a:t>74.2</a:t>
                      </a:r>
                      <a:endParaRPr lang="zh-CN" sz="2400" b="1"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400" b="1" kern="100" dirty="0">
                          <a:effectLst/>
                          <a:latin typeface="Times New Roman" panose="02020603050405020304" pitchFamily="18" charset="0"/>
                          <a:ea typeface="楷体" panose="02010609060101010101" pitchFamily="49" charset="-122"/>
                          <a:cs typeface="Times New Roman" panose="02020603050405020304" pitchFamily="18" charset="0"/>
                        </a:rPr>
                        <a:t>87.1</a:t>
                      </a:r>
                      <a:endParaRPr lang="zh-CN" sz="2400" b="1"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0210496"/>
                  </a:ext>
                </a:extLst>
              </a:tr>
              <a:tr h="468000">
                <a:tc>
                  <a:txBody>
                    <a:bodyPr/>
                    <a:lstStyle/>
                    <a:p>
                      <a:pPr algn="ctr">
                        <a:lnSpc>
                          <a:spcPct val="100000"/>
                        </a:lnSpc>
                      </a:pPr>
                      <a:endParaRPr lang="en-US"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400" kern="100" dirty="0">
                          <a:effectLst/>
                          <a:latin typeface="Times New Roman" panose="02020603050405020304" pitchFamily="18" charset="0"/>
                          <a:ea typeface="楷体" panose="02010609060101010101" pitchFamily="49" charset="-122"/>
                          <a:cs typeface="Times New Roman" panose="02020603050405020304" pitchFamily="18" charset="0"/>
                        </a:rPr>
                        <a:t>73.0</a:t>
                      </a:r>
                      <a:endParaRPr lang="zh-CN"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400" kern="100" dirty="0">
                          <a:effectLst/>
                          <a:latin typeface="Times New Roman" panose="02020603050405020304" pitchFamily="18" charset="0"/>
                          <a:ea typeface="楷体" panose="02010609060101010101" pitchFamily="49" charset="-122"/>
                          <a:cs typeface="Times New Roman" panose="02020603050405020304" pitchFamily="18" charset="0"/>
                        </a:rPr>
                        <a:t>86.0</a:t>
                      </a:r>
                      <a:endParaRPr lang="zh-CN"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6948895"/>
                  </a:ext>
                </a:extLst>
              </a:tr>
              <a:tr h="468000">
                <a:tc>
                  <a:txBody>
                    <a:bodyPr/>
                    <a:lstStyle/>
                    <a:p>
                      <a:pPr algn="ctr">
                        <a:lnSpc>
                          <a:spcPct val="100000"/>
                        </a:lnSpc>
                      </a:pPr>
                      <a:endParaRPr lang="en-US"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400" kern="100" dirty="0">
                          <a:effectLst/>
                          <a:latin typeface="Times New Roman" panose="02020603050405020304" pitchFamily="18" charset="0"/>
                          <a:ea typeface="楷体" panose="02010609060101010101" pitchFamily="49" charset="-122"/>
                          <a:cs typeface="Times New Roman" panose="02020603050405020304" pitchFamily="18" charset="0"/>
                        </a:rPr>
                        <a:t>66.8</a:t>
                      </a:r>
                      <a:endParaRPr lang="zh-CN"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400" kern="100" dirty="0">
                          <a:effectLst/>
                          <a:latin typeface="Times New Roman" panose="02020603050405020304" pitchFamily="18" charset="0"/>
                          <a:ea typeface="楷体" panose="02010609060101010101" pitchFamily="49" charset="-122"/>
                          <a:cs typeface="Times New Roman" panose="02020603050405020304" pitchFamily="18" charset="0"/>
                        </a:rPr>
                        <a:t>83.3</a:t>
                      </a:r>
                      <a:endParaRPr lang="zh-CN" sz="2400" kern="100" dirty="0">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791089"/>
                  </a:ext>
                </a:extLst>
              </a:tr>
            </a:tbl>
          </a:graphicData>
        </a:graphic>
      </p:graphicFrame>
      <p:graphicFrame>
        <p:nvGraphicFramePr>
          <p:cNvPr id="4" name="对象 3">
            <a:extLst>
              <a:ext uri="{FF2B5EF4-FFF2-40B4-BE49-F238E27FC236}">
                <a16:creationId xmlns:a16="http://schemas.microsoft.com/office/drawing/2014/main" id="{886B814F-144E-4D6C-A0BD-288F75FE0AB4}"/>
              </a:ext>
            </a:extLst>
          </p:cNvPr>
          <p:cNvGraphicFramePr>
            <a:graphicFrameLocks noChangeAspect="1"/>
          </p:cNvGraphicFramePr>
          <p:nvPr>
            <p:extLst>
              <p:ext uri="{D42A27DB-BD31-4B8C-83A1-F6EECF244321}">
                <p14:modId xmlns:p14="http://schemas.microsoft.com/office/powerpoint/2010/main" val="2884356242"/>
              </p:ext>
            </p:extLst>
          </p:nvPr>
        </p:nvGraphicFramePr>
        <p:xfrm>
          <a:off x="1785938" y="3101975"/>
          <a:ext cx="357187" cy="342900"/>
        </p:xfrm>
        <a:graphic>
          <a:graphicData uri="http://schemas.openxmlformats.org/presentationml/2006/ole">
            <mc:AlternateContent xmlns:mc="http://schemas.openxmlformats.org/markup-compatibility/2006">
              <mc:Choice xmlns:v="urn:schemas-microsoft-com:vml" Requires="v">
                <p:oleObj name="Equation" r:id="rId5" imgW="368280" imgH="380880" progId="Equation.DSMT4">
                  <p:embed/>
                </p:oleObj>
              </mc:Choice>
              <mc:Fallback>
                <p:oleObj name="Equation" r:id="rId5" imgW="368280" imgH="380880" progId="Equation.DSMT4">
                  <p:embed/>
                  <p:pic>
                    <p:nvPicPr>
                      <p:cNvPr id="0" name="Object 5"/>
                      <p:cNvPicPr>
                        <a:picLocks noChangeAspect="1" noChangeArrowheads="1"/>
                      </p:cNvPicPr>
                      <p:nvPr/>
                    </p:nvPicPr>
                    <p:blipFill>
                      <a:blip r:embed="rId6"/>
                      <a:srcRect/>
                      <a:stretch>
                        <a:fillRect/>
                      </a:stretch>
                    </p:blipFill>
                    <p:spPr bwMode="auto">
                      <a:xfrm>
                        <a:off x="1785938" y="3101975"/>
                        <a:ext cx="357187" cy="342900"/>
                      </a:xfrm>
                      <a:prstGeom prst="rect">
                        <a:avLst/>
                      </a:prstGeom>
                      <a:noFill/>
                    </p:spPr>
                  </p:pic>
                </p:oleObj>
              </mc:Fallback>
            </mc:AlternateContent>
          </a:graphicData>
        </a:graphic>
      </p:graphicFrame>
      <p:graphicFrame>
        <p:nvGraphicFramePr>
          <p:cNvPr id="9" name="对象 8">
            <a:extLst>
              <a:ext uri="{FF2B5EF4-FFF2-40B4-BE49-F238E27FC236}">
                <a16:creationId xmlns:a16="http://schemas.microsoft.com/office/drawing/2014/main" id="{A9C976F3-F067-475F-BF45-3ED71ECE2DFD}"/>
              </a:ext>
            </a:extLst>
          </p:cNvPr>
          <p:cNvGraphicFramePr>
            <a:graphicFrameLocks noChangeAspect="1"/>
          </p:cNvGraphicFramePr>
          <p:nvPr>
            <p:extLst>
              <p:ext uri="{D42A27DB-BD31-4B8C-83A1-F6EECF244321}">
                <p14:modId xmlns:p14="http://schemas.microsoft.com/office/powerpoint/2010/main" val="3250257161"/>
              </p:ext>
            </p:extLst>
          </p:nvPr>
        </p:nvGraphicFramePr>
        <p:xfrm>
          <a:off x="1392238" y="3560763"/>
          <a:ext cx="1143000" cy="341312"/>
        </p:xfrm>
        <a:graphic>
          <a:graphicData uri="http://schemas.openxmlformats.org/presentationml/2006/ole">
            <mc:AlternateContent xmlns:mc="http://schemas.openxmlformats.org/markup-compatibility/2006">
              <mc:Choice xmlns:v="urn:schemas-microsoft-com:vml" Requires="v">
                <p:oleObj name="Equation" r:id="rId7" imgW="1143000" imgH="380880" progId="Equation.DSMT4">
                  <p:embed/>
                </p:oleObj>
              </mc:Choice>
              <mc:Fallback>
                <p:oleObj name="Equation" r:id="rId7" imgW="1143000" imgH="380880" progId="Equation.DSMT4">
                  <p:embed/>
                  <p:pic>
                    <p:nvPicPr>
                      <p:cNvPr id="0" name="Object 4"/>
                      <p:cNvPicPr>
                        <a:picLocks noChangeAspect="1" noChangeArrowheads="1"/>
                      </p:cNvPicPr>
                      <p:nvPr/>
                    </p:nvPicPr>
                    <p:blipFill>
                      <a:blip r:embed="rId8"/>
                      <a:srcRect/>
                      <a:stretch>
                        <a:fillRect/>
                      </a:stretch>
                    </p:blipFill>
                    <p:spPr bwMode="auto">
                      <a:xfrm>
                        <a:off x="1392238" y="3560763"/>
                        <a:ext cx="1143000" cy="341312"/>
                      </a:xfrm>
                      <a:prstGeom prst="rect">
                        <a:avLst/>
                      </a:prstGeom>
                      <a:noFill/>
                    </p:spPr>
                  </p:pic>
                </p:oleObj>
              </mc:Fallback>
            </mc:AlternateContent>
          </a:graphicData>
        </a:graphic>
      </p:graphicFrame>
      <p:graphicFrame>
        <p:nvGraphicFramePr>
          <p:cNvPr id="10" name="对象 9">
            <a:extLst>
              <a:ext uri="{FF2B5EF4-FFF2-40B4-BE49-F238E27FC236}">
                <a16:creationId xmlns:a16="http://schemas.microsoft.com/office/drawing/2014/main" id="{D4711983-45F7-49FC-9A8E-76F86268D1FE}"/>
              </a:ext>
            </a:extLst>
          </p:cNvPr>
          <p:cNvGraphicFramePr>
            <a:graphicFrameLocks noChangeAspect="1"/>
          </p:cNvGraphicFramePr>
          <p:nvPr>
            <p:extLst>
              <p:ext uri="{D42A27DB-BD31-4B8C-83A1-F6EECF244321}">
                <p14:modId xmlns:p14="http://schemas.microsoft.com/office/powerpoint/2010/main" val="817792324"/>
              </p:ext>
            </p:extLst>
          </p:nvPr>
        </p:nvGraphicFramePr>
        <p:xfrm>
          <a:off x="877888" y="4033838"/>
          <a:ext cx="2170112" cy="341312"/>
        </p:xfrm>
        <a:graphic>
          <a:graphicData uri="http://schemas.openxmlformats.org/presentationml/2006/ole">
            <mc:AlternateContent xmlns:mc="http://schemas.openxmlformats.org/markup-compatibility/2006">
              <mc:Choice xmlns:v="urn:schemas-microsoft-com:vml" Requires="v">
                <p:oleObj name="Equation" r:id="rId9" imgW="2209680" imgH="380880" progId="Equation.DSMT4">
                  <p:embed/>
                </p:oleObj>
              </mc:Choice>
              <mc:Fallback>
                <p:oleObj name="Equation" r:id="rId9" imgW="2209680" imgH="380880" progId="Equation.DSMT4">
                  <p:embed/>
                  <p:pic>
                    <p:nvPicPr>
                      <p:cNvPr id="0" name="Object 3"/>
                      <p:cNvPicPr>
                        <a:picLocks noChangeAspect="1" noChangeArrowheads="1"/>
                      </p:cNvPicPr>
                      <p:nvPr/>
                    </p:nvPicPr>
                    <p:blipFill>
                      <a:blip r:embed="rId10"/>
                      <a:srcRect/>
                      <a:stretch>
                        <a:fillRect/>
                      </a:stretch>
                    </p:blipFill>
                    <p:spPr bwMode="auto">
                      <a:xfrm>
                        <a:off x="877888" y="4033838"/>
                        <a:ext cx="2170112" cy="341312"/>
                      </a:xfrm>
                      <a:prstGeom prst="rect">
                        <a:avLst/>
                      </a:prstGeom>
                      <a:noFill/>
                    </p:spPr>
                  </p:pic>
                </p:oleObj>
              </mc:Fallback>
            </mc:AlternateContent>
          </a:graphicData>
        </a:graphic>
      </p:graphicFrame>
      <p:graphicFrame>
        <p:nvGraphicFramePr>
          <p:cNvPr id="11" name="对象 10">
            <a:extLst>
              <a:ext uri="{FF2B5EF4-FFF2-40B4-BE49-F238E27FC236}">
                <a16:creationId xmlns:a16="http://schemas.microsoft.com/office/drawing/2014/main" id="{299178EB-0E4D-4E55-B98C-7C29C355B061}"/>
              </a:ext>
            </a:extLst>
          </p:cNvPr>
          <p:cNvGraphicFramePr>
            <a:graphicFrameLocks noChangeAspect="1"/>
          </p:cNvGraphicFramePr>
          <p:nvPr>
            <p:extLst>
              <p:ext uri="{D42A27DB-BD31-4B8C-83A1-F6EECF244321}">
                <p14:modId xmlns:p14="http://schemas.microsoft.com/office/powerpoint/2010/main" val="2640495950"/>
              </p:ext>
            </p:extLst>
          </p:nvPr>
        </p:nvGraphicFramePr>
        <p:xfrm>
          <a:off x="823913" y="4473575"/>
          <a:ext cx="2279650" cy="401638"/>
        </p:xfrm>
        <a:graphic>
          <a:graphicData uri="http://schemas.openxmlformats.org/presentationml/2006/ole">
            <mc:AlternateContent xmlns:mc="http://schemas.openxmlformats.org/markup-compatibility/2006">
              <mc:Choice xmlns:v="urn:schemas-microsoft-com:vml" Requires="v">
                <p:oleObj name="Equation" r:id="rId11" imgW="2286000" imgH="419040" progId="Equation.DSMT4">
                  <p:embed/>
                </p:oleObj>
              </mc:Choice>
              <mc:Fallback>
                <p:oleObj name="Equation" r:id="rId11" imgW="2286000" imgH="419040" progId="Equation.DSMT4">
                  <p:embed/>
                  <p:pic>
                    <p:nvPicPr>
                      <p:cNvPr id="0" name="Object 2"/>
                      <p:cNvPicPr>
                        <a:picLocks noChangeAspect="1" noChangeArrowheads="1"/>
                      </p:cNvPicPr>
                      <p:nvPr/>
                    </p:nvPicPr>
                    <p:blipFill>
                      <a:blip r:embed="rId12"/>
                      <a:srcRect/>
                      <a:stretch>
                        <a:fillRect/>
                      </a:stretch>
                    </p:blipFill>
                    <p:spPr bwMode="auto">
                      <a:xfrm>
                        <a:off x="823913" y="4473575"/>
                        <a:ext cx="2279650" cy="401638"/>
                      </a:xfrm>
                      <a:prstGeom prst="rect">
                        <a:avLst/>
                      </a:prstGeom>
                      <a:noFill/>
                    </p:spPr>
                  </p:pic>
                </p:oleObj>
              </mc:Fallback>
            </mc:AlternateContent>
          </a:graphicData>
        </a:graphic>
      </p:graphicFrame>
      <p:graphicFrame>
        <p:nvGraphicFramePr>
          <p:cNvPr id="12" name="对象 11">
            <a:extLst>
              <a:ext uri="{FF2B5EF4-FFF2-40B4-BE49-F238E27FC236}">
                <a16:creationId xmlns:a16="http://schemas.microsoft.com/office/drawing/2014/main" id="{8BFB89D1-2CC7-40B8-9BF4-39BF7275B00E}"/>
              </a:ext>
            </a:extLst>
          </p:cNvPr>
          <p:cNvGraphicFramePr>
            <a:graphicFrameLocks noChangeAspect="1"/>
          </p:cNvGraphicFramePr>
          <p:nvPr>
            <p:extLst>
              <p:ext uri="{D42A27DB-BD31-4B8C-83A1-F6EECF244321}">
                <p14:modId xmlns:p14="http://schemas.microsoft.com/office/powerpoint/2010/main" val="2146003250"/>
              </p:ext>
            </p:extLst>
          </p:nvPr>
        </p:nvGraphicFramePr>
        <p:xfrm>
          <a:off x="1290638" y="4972050"/>
          <a:ext cx="1346200" cy="342900"/>
        </p:xfrm>
        <a:graphic>
          <a:graphicData uri="http://schemas.openxmlformats.org/presentationml/2006/ole">
            <mc:AlternateContent xmlns:mc="http://schemas.openxmlformats.org/markup-compatibility/2006">
              <mc:Choice xmlns:v="urn:schemas-microsoft-com:vml" Requires="v">
                <p:oleObj name="Equation" r:id="rId13" imgW="1346040" imgH="380880" progId="Equation.DSMT4">
                  <p:embed/>
                </p:oleObj>
              </mc:Choice>
              <mc:Fallback>
                <p:oleObj name="Equation" r:id="rId13" imgW="1346040" imgH="380880" progId="Equation.DSMT4">
                  <p:embed/>
                  <p:pic>
                    <p:nvPicPr>
                      <p:cNvPr id="0" name="Object 1"/>
                      <p:cNvPicPr>
                        <a:picLocks noChangeAspect="1" noChangeArrowheads="1"/>
                      </p:cNvPicPr>
                      <p:nvPr/>
                    </p:nvPicPr>
                    <p:blipFill>
                      <a:blip r:embed="rId14"/>
                      <a:srcRect/>
                      <a:stretch>
                        <a:fillRect/>
                      </a:stretch>
                    </p:blipFill>
                    <p:spPr bwMode="auto">
                      <a:xfrm>
                        <a:off x="1290638" y="4972050"/>
                        <a:ext cx="1346200" cy="342900"/>
                      </a:xfrm>
                      <a:prstGeom prst="rect">
                        <a:avLst/>
                      </a:prstGeom>
                      <a:noFill/>
                    </p:spPr>
                  </p:pic>
                </p:oleObj>
              </mc:Fallback>
            </mc:AlternateContent>
          </a:graphicData>
        </a:graphic>
      </p:graphicFrame>
      <p:sp>
        <p:nvSpPr>
          <p:cNvPr id="16" name="文本框 15">
            <a:extLst>
              <a:ext uri="{FF2B5EF4-FFF2-40B4-BE49-F238E27FC236}">
                <a16:creationId xmlns:a16="http://schemas.microsoft.com/office/drawing/2014/main" id="{F048D0AA-1038-45DA-8130-479998DB138E}"/>
              </a:ext>
            </a:extLst>
          </p:cNvPr>
          <p:cNvSpPr txBox="1"/>
          <p:nvPr/>
        </p:nvSpPr>
        <p:spPr>
          <a:xfrm>
            <a:off x="6280623" y="1791015"/>
            <a:ext cx="5516514" cy="3881768"/>
          </a:xfrm>
          <a:prstGeom prst="rect">
            <a:avLst/>
          </a:prstGeom>
          <a:noFill/>
        </p:spPr>
        <p:txBody>
          <a:bodyPr wrap="square" rtlCol="0">
            <a:spAutoFit/>
          </a:bodyPr>
          <a:lstStyle/>
          <a:p>
            <a:pPr algn="just">
              <a:lnSpc>
                <a:spcPct val="13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基准模型结果较好；</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endParaRPr lang="en-US" altLang="zh-CN" sz="6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多任务网络，加入属性识别，提升了泛化性能；</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endParaRPr lang="en-US" altLang="zh-CN" sz="6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3.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使用融合属性特征补充全局特征，形成了更具有判别力的特征；</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endParaRPr lang="en-US" altLang="zh-CN" sz="6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4.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参数共享时，两个分支相互影响；</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endParaRPr lang="en-US" altLang="zh-CN" sz="6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5. </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标签平滑有效抑制了过拟合问题。</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7" name="文本框 16">
            <a:extLst>
              <a:ext uri="{FF2B5EF4-FFF2-40B4-BE49-F238E27FC236}">
                <a16:creationId xmlns:a16="http://schemas.microsoft.com/office/drawing/2014/main" id="{80AB88C5-7FF8-4581-9111-929A96F0E20F}"/>
              </a:ext>
            </a:extLst>
          </p:cNvPr>
          <p:cNvSpPr txBox="1"/>
          <p:nvPr/>
        </p:nvSpPr>
        <p:spPr>
          <a:xfrm>
            <a:off x="543396" y="1878440"/>
            <a:ext cx="5367982" cy="520848"/>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使用不同损失函数的性能比较（</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861137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612000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实验结果</a:t>
            </a:r>
          </a:p>
        </p:txBody>
      </p:sp>
      <p:graphicFrame>
        <p:nvGraphicFramePr>
          <p:cNvPr id="9" name="表格 8">
            <a:extLst>
              <a:ext uri="{FF2B5EF4-FFF2-40B4-BE49-F238E27FC236}">
                <a16:creationId xmlns:a16="http://schemas.microsoft.com/office/drawing/2014/main" id="{643AE1CC-62A9-43AE-A51F-EC4CE5B0C070}"/>
              </a:ext>
            </a:extLst>
          </p:cNvPr>
          <p:cNvGraphicFramePr>
            <a:graphicFrameLocks noGrp="1"/>
          </p:cNvGraphicFramePr>
          <p:nvPr>
            <p:extLst>
              <p:ext uri="{D42A27DB-BD31-4B8C-83A1-F6EECF244321}">
                <p14:modId xmlns:p14="http://schemas.microsoft.com/office/powerpoint/2010/main" val="2600674936"/>
              </p:ext>
            </p:extLst>
          </p:nvPr>
        </p:nvGraphicFramePr>
        <p:xfrm>
          <a:off x="535671" y="2686630"/>
          <a:ext cx="5391617" cy="2088000"/>
        </p:xfrm>
        <a:graphic>
          <a:graphicData uri="http://schemas.openxmlformats.org/drawingml/2006/table">
            <a:tbl>
              <a:tblPr firstRow="1" firstCol="1" bandRow="1">
                <a:tableStyleId>{5C22544A-7EE6-4342-B048-85BDC9FD1C3A}</a:tableStyleId>
              </a:tblPr>
              <a:tblGrid>
                <a:gridCol w="2043617">
                  <a:extLst>
                    <a:ext uri="{9D8B030D-6E8A-4147-A177-3AD203B41FA5}">
                      <a16:colId xmlns:a16="http://schemas.microsoft.com/office/drawing/2014/main" val="774674561"/>
                    </a:ext>
                  </a:extLst>
                </a:gridCol>
                <a:gridCol w="1188000">
                  <a:extLst>
                    <a:ext uri="{9D8B030D-6E8A-4147-A177-3AD203B41FA5}">
                      <a16:colId xmlns:a16="http://schemas.microsoft.com/office/drawing/2014/main" val="1178441159"/>
                    </a:ext>
                  </a:extLst>
                </a:gridCol>
                <a:gridCol w="1080000">
                  <a:extLst>
                    <a:ext uri="{9D8B030D-6E8A-4147-A177-3AD203B41FA5}">
                      <a16:colId xmlns:a16="http://schemas.microsoft.com/office/drawing/2014/main" val="1206539788"/>
                    </a:ext>
                  </a:extLst>
                </a:gridCol>
                <a:gridCol w="1080000">
                  <a:extLst>
                    <a:ext uri="{9D8B030D-6E8A-4147-A177-3AD203B41FA5}">
                      <a16:colId xmlns:a16="http://schemas.microsoft.com/office/drawing/2014/main" val="2505404030"/>
                    </a:ext>
                  </a:extLst>
                </a:gridCol>
              </a:tblGrid>
              <a:tr h="468000">
                <a:tc>
                  <a:txBody>
                    <a:bodyPr/>
                    <a:lstStyle/>
                    <a:p>
                      <a:pPr algn="ctr">
                        <a:lnSpc>
                          <a:spcPct val="100000"/>
                        </a:lnSpc>
                      </a:pPr>
                      <a:r>
                        <a:rPr lang="zh-CN"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方法</a:t>
                      </a: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zh-CN"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特征维度</a:t>
                      </a: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mAP</a:t>
                      </a:r>
                      <a:endParaRPr lang="zh-CN"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r>
                        <a:rPr lang="en-US"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Rank-1</a:t>
                      </a:r>
                      <a:endParaRPr lang="zh-CN"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635850"/>
                  </a:ext>
                </a:extLst>
              </a:tr>
              <a:tr h="468000">
                <a:tc>
                  <a:txBody>
                    <a:bodyPr/>
                    <a:lstStyle/>
                    <a:p>
                      <a:pPr algn="ctr">
                        <a:lnSpc>
                          <a:spcPct val="100000"/>
                        </a:lnSpc>
                      </a:pPr>
                      <a:r>
                        <a:rPr lang="zh-CN" altLang="en-US"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全局</a:t>
                      </a:r>
                      <a:r>
                        <a:rPr lang="zh-CN"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特征</a:t>
                      </a:r>
                      <a:r>
                        <a:rPr lang="en-US"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endParaRPr lang="zh-CN"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20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512</a:t>
                      </a:r>
                      <a:endParaRPr lang="zh-CN" sz="20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20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72.4</a:t>
                      </a:r>
                      <a:endParaRPr lang="zh-CN" sz="20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20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86.1</a:t>
                      </a:r>
                      <a:endParaRPr lang="zh-CN" sz="20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98795725"/>
                  </a:ext>
                </a:extLst>
              </a:tr>
              <a:tr h="468000">
                <a:tc>
                  <a:txBody>
                    <a:bodyPr/>
                    <a:lstStyle/>
                    <a:p>
                      <a:pPr algn="ctr">
                        <a:lnSpc>
                          <a:spcPct val="100000"/>
                        </a:lnSpc>
                      </a:pPr>
                      <a:r>
                        <a:rPr lang="zh-CN" altLang="en-US"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属性融合</a:t>
                      </a:r>
                      <a:r>
                        <a:rPr lang="zh-CN"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特征</a:t>
                      </a:r>
                      <a:r>
                        <a:rPr lang="en-US"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endParaRPr lang="zh-CN"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20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512</a:t>
                      </a:r>
                      <a:endParaRPr lang="zh-CN" sz="20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20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71.8</a:t>
                      </a:r>
                      <a:endParaRPr lang="zh-CN" sz="20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20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85.1</a:t>
                      </a:r>
                      <a:endParaRPr lang="zh-CN" sz="20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945878686"/>
                  </a:ext>
                </a:extLst>
              </a:tr>
              <a:tr h="684000">
                <a:tc>
                  <a:txBody>
                    <a:bodyPr/>
                    <a:lstStyle/>
                    <a:p>
                      <a:pPr algn="ctr">
                        <a:lnSpc>
                          <a:spcPct val="100000"/>
                        </a:lnSpc>
                      </a:pPr>
                      <a:r>
                        <a:rPr lang="en-US" altLang="zh-CN"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全局特征，属性融合特征</a:t>
                      </a:r>
                      <a:r>
                        <a:rPr lang="en-US" altLang="zh-CN"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endParaRPr lang="zh-CN" sz="20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20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1024</a:t>
                      </a:r>
                      <a:endParaRPr lang="zh-CN" sz="200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20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74.2</a:t>
                      </a:r>
                      <a:endParaRPr lang="zh-CN" sz="20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20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87.1</a:t>
                      </a:r>
                      <a:endParaRPr lang="zh-CN" sz="20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35605036"/>
                  </a:ext>
                </a:extLst>
              </a:tr>
            </a:tbl>
          </a:graphicData>
        </a:graphic>
      </p:graphicFrame>
      <p:grpSp>
        <p:nvGrpSpPr>
          <p:cNvPr id="291" name="组合 290">
            <a:extLst>
              <a:ext uri="{FF2B5EF4-FFF2-40B4-BE49-F238E27FC236}">
                <a16:creationId xmlns:a16="http://schemas.microsoft.com/office/drawing/2014/main" id="{27E876EE-F7C4-4F2D-83C9-A4E1A3ECE3F1}"/>
              </a:ext>
            </a:extLst>
          </p:cNvPr>
          <p:cNvGrpSpPr/>
          <p:nvPr/>
        </p:nvGrpSpPr>
        <p:grpSpPr>
          <a:xfrm>
            <a:off x="6400331" y="1402080"/>
            <a:ext cx="4806000" cy="4887560"/>
            <a:chOff x="6507440" y="1422400"/>
            <a:chExt cx="4806000" cy="4887560"/>
          </a:xfrm>
        </p:grpSpPr>
        <p:grpSp>
          <p:nvGrpSpPr>
            <p:cNvPr id="3" name="组合 2">
              <a:extLst>
                <a:ext uri="{FF2B5EF4-FFF2-40B4-BE49-F238E27FC236}">
                  <a16:creationId xmlns:a16="http://schemas.microsoft.com/office/drawing/2014/main" id="{A9308E19-14DD-4343-BFAF-DF7EF1EB5CE6}"/>
                </a:ext>
              </a:extLst>
            </p:cNvPr>
            <p:cNvGrpSpPr/>
            <p:nvPr/>
          </p:nvGrpSpPr>
          <p:grpSpPr>
            <a:xfrm>
              <a:off x="6507440" y="1422400"/>
              <a:ext cx="4806000" cy="2320617"/>
              <a:chOff x="5400000" y="0"/>
              <a:chExt cx="4806000" cy="2320617"/>
            </a:xfrm>
          </p:grpSpPr>
          <p:pic>
            <p:nvPicPr>
              <p:cNvPr id="198" name="图片 197">
                <a:extLst>
                  <a:ext uri="{FF2B5EF4-FFF2-40B4-BE49-F238E27FC236}">
                    <a16:creationId xmlns:a16="http://schemas.microsoft.com/office/drawing/2014/main" id="{5F16D1DD-A35F-48F5-A537-AB348DA40C6D}"/>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400000" y="9000"/>
                <a:ext cx="360000" cy="720000"/>
              </a:xfrm>
              <a:prstGeom prst="rect">
                <a:avLst/>
              </a:prstGeom>
            </p:spPr>
          </p:pic>
          <p:grpSp>
            <p:nvGrpSpPr>
              <p:cNvPr id="199" name="组合 198">
                <a:extLst>
                  <a:ext uri="{FF2B5EF4-FFF2-40B4-BE49-F238E27FC236}">
                    <a16:creationId xmlns:a16="http://schemas.microsoft.com/office/drawing/2014/main" id="{2525E7F1-214C-487C-A463-7E7E652C29CE}"/>
                  </a:ext>
                </a:extLst>
              </p:cNvPr>
              <p:cNvGrpSpPr/>
              <p:nvPr/>
            </p:nvGrpSpPr>
            <p:grpSpPr>
              <a:xfrm>
                <a:off x="6804000" y="0"/>
                <a:ext cx="378000" cy="738000"/>
                <a:chOff x="1895838" y="2042270"/>
                <a:chExt cx="378000" cy="738000"/>
              </a:xfrm>
            </p:grpSpPr>
            <p:pic>
              <p:nvPicPr>
                <p:cNvPr id="287" name="图片 286">
                  <a:extLst>
                    <a:ext uri="{FF2B5EF4-FFF2-40B4-BE49-F238E27FC236}">
                      <a16:creationId xmlns:a16="http://schemas.microsoft.com/office/drawing/2014/main" id="{30ACBFC0-99C6-45E8-969F-F4C2BC188861}"/>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1904838" y="2051270"/>
                  <a:ext cx="360000" cy="720000"/>
                </a:xfrm>
                <a:prstGeom prst="rect">
                  <a:avLst/>
                </a:prstGeom>
              </p:spPr>
            </p:pic>
            <p:sp>
              <p:nvSpPr>
                <p:cNvPr id="288" name="矩形 287">
                  <a:extLst>
                    <a:ext uri="{FF2B5EF4-FFF2-40B4-BE49-F238E27FC236}">
                      <a16:creationId xmlns:a16="http://schemas.microsoft.com/office/drawing/2014/main" id="{C0C5B362-7C6E-4556-9AEB-A63C9062841D}"/>
                    </a:ext>
                  </a:extLst>
                </p:cNvPr>
                <p:cNvSpPr/>
                <p:nvPr/>
              </p:nvSpPr>
              <p:spPr>
                <a:xfrm>
                  <a:off x="1895838" y="2042270"/>
                  <a:ext cx="378000" cy="738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0" name="组合 199">
                <a:extLst>
                  <a:ext uri="{FF2B5EF4-FFF2-40B4-BE49-F238E27FC236}">
                    <a16:creationId xmlns:a16="http://schemas.microsoft.com/office/drawing/2014/main" id="{25453E83-0980-4801-80A6-C25F345F1290}"/>
                  </a:ext>
                </a:extLst>
              </p:cNvPr>
              <p:cNvGrpSpPr/>
              <p:nvPr/>
            </p:nvGrpSpPr>
            <p:grpSpPr>
              <a:xfrm>
                <a:off x="7236000" y="0"/>
                <a:ext cx="378000" cy="738000"/>
                <a:chOff x="2304428" y="2042242"/>
                <a:chExt cx="378000" cy="738000"/>
              </a:xfrm>
            </p:grpSpPr>
            <p:pic>
              <p:nvPicPr>
                <p:cNvPr id="285" name="图片 284">
                  <a:extLst>
                    <a:ext uri="{FF2B5EF4-FFF2-40B4-BE49-F238E27FC236}">
                      <a16:creationId xmlns:a16="http://schemas.microsoft.com/office/drawing/2014/main" id="{8CC098BD-30CF-4A4D-AA1C-3285889B56FF}"/>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2313428" y="2051242"/>
                  <a:ext cx="360000" cy="720000"/>
                </a:xfrm>
                <a:prstGeom prst="rect">
                  <a:avLst/>
                </a:prstGeom>
              </p:spPr>
            </p:pic>
            <p:sp>
              <p:nvSpPr>
                <p:cNvPr id="286" name="矩形 285">
                  <a:extLst>
                    <a:ext uri="{FF2B5EF4-FFF2-40B4-BE49-F238E27FC236}">
                      <a16:creationId xmlns:a16="http://schemas.microsoft.com/office/drawing/2014/main" id="{CF9EA4AB-4DF0-4373-9176-5B2CA08F2906}"/>
                    </a:ext>
                  </a:extLst>
                </p:cNvPr>
                <p:cNvSpPr/>
                <p:nvPr/>
              </p:nvSpPr>
              <p:spPr>
                <a:xfrm>
                  <a:off x="2304428" y="2042242"/>
                  <a:ext cx="378000" cy="738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1" name="组合 200">
                <a:extLst>
                  <a:ext uri="{FF2B5EF4-FFF2-40B4-BE49-F238E27FC236}">
                    <a16:creationId xmlns:a16="http://schemas.microsoft.com/office/drawing/2014/main" id="{AE9294E0-FCE8-4CDA-A156-C2BADED73563}"/>
                  </a:ext>
                </a:extLst>
              </p:cNvPr>
              <p:cNvGrpSpPr/>
              <p:nvPr/>
            </p:nvGrpSpPr>
            <p:grpSpPr>
              <a:xfrm>
                <a:off x="9396000" y="0"/>
                <a:ext cx="378000" cy="738000"/>
                <a:chOff x="4585471" y="2049709"/>
                <a:chExt cx="378000" cy="738000"/>
              </a:xfrm>
            </p:grpSpPr>
            <p:pic>
              <p:nvPicPr>
                <p:cNvPr id="283" name="图片 282">
                  <a:extLst>
                    <a:ext uri="{FF2B5EF4-FFF2-40B4-BE49-F238E27FC236}">
                      <a16:creationId xmlns:a16="http://schemas.microsoft.com/office/drawing/2014/main" id="{76890539-204B-4959-93B1-CA25FF972811}"/>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4594471" y="2058709"/>
                  <a:ext cx="360000" cy="720000"/>
                </a:xfrm>
                <a:prstGeom prst="rect">
                  <a:avLst/>
                </a:prstGeom>
              </p:spPr>
            </p:pic>
            <p:sp>
              <p:nvSpPr>
                <p:cNvPr id="284" name="矩形 283">
                  <a:extLst>
                    <a:ext uri="{FF2B5EF4-FFF2-40B4-BE49-F238E27FC236}">
                      <a16:creationId xmlns:a16="http://schemas.microsoft.com/office/drawing/2014/main" id="{1CF5455F-2CE8-4DF5-934D-4420D770D6BA}"/>
                    </a:ext>
                  </a:extLst>
                </p:cNvPr>
                <p:cNvSpPr/>
                <p:nvPr/>
              </p:nvSpPr>
              <p:spPr>
                <a:xfrm>
                  <a:off x="4585471" y="2049709"/>
                  <a:ext cx="378000" cy="738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2" name="组合 201">
                <a:extLst>
                  <a:ext uri="{FF2B5EF4-FFF2-40B4-BE49-F238E27FC236}">
                    <a16:creationId xmlns:a16="http://schemas.microsoft.com/office/drawing/2014/main" id="{19804BF3-006C-4E9C-B087-B1B84BEF3B15}"/>
                  </a:ext>
                </a:extLst>
              </p:cNvPr>
              <p:cNvGrpSpPr/>
              <p:nvPr/>
            </p:nvGrpSpPr>
            <p:grpSpPr>
              <a:xfrm>
                <a:off x="8964000" y="0"/>
                <a:ext cx="378000" cy="738000"/>
                <a:chOff x="4113279" y="2051378"/>
                <a:chExt cx="378000" cy="738000"/>
              </a:xfrm>
            </p:grpSpPr>
            <p:pic>
              <p:nvPicPr>
                <p:cNvPr id="281" name="图片 280">
                  <a:extLst>
                    <a:ext uri="{FF2B5EF4-FFF2-40B4-BE49-F238E27FC236}">
                      <a16:creationId xmlns:a16="http://schemas.microsoft.com/office/drawing/2014/main" id="{FAE2EF42-7085-4AA0-BF7E-EAA8A9ACA764}"/>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4122279" y="2060378"/>
                  <a:ext cx="360000" cy="720000"/>
                </a:xfrm>
                <a:prstGeom prst="rect">
                  <a:avLst/>
                </a:prstGeom>
              </p:spPr>
            </p:pic>
            <p:sp>
              <p:nvSpPr>
                <p:cNvPr id="282" name="矩形 281">
                  <a:extLst>
                    <a:ext uri="{FF2B5EF4-FFF2-40B4-BE49-F238E27FC236}">
                      <a16:creationId xmlns:a16="http://schemas.microsoft.com/office/drawing/2014/main" id="{1FEB85C2-7D71-4169-85F3-30ACE420CF22}"/>
                    </a:ext>
                  </a:extLst>
                </p:cNvPr>
                <p:cNvSpPr/>
                <p:nvPr/>
              </p:nvSpPr>
              <p:spPr>
                <a:xfrm>
                  <a:off x="4113279" y="2051378"/>
                  <a:ext cx="378000" cy="738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3" name="组合 202">
                <a:extLst>
                  <a:ext uri="{FF2B5EF4-FFF2-40B4-BE49-F238E27FC236}">
                    <a16:creationId xmlns:a16="http://schemas.microsoft.com/office/drawing/2014/main" id="{F23F3D86-1CBB-4506-8C9F-EBDF7B754928}"/>
                  </a:ext>
                </a:extLst>
              </p:cNvPr>
              <p:cNvGrpSpPr/>
              <p:nvPr/>
            </p:nvGrpSpPr>
            <p:grpSpPr>
              <a:xfrm>
                <a:off x="8532000" y="1582617"/>
                <a:ext cx="378000" cy="738000"/>
                <a:chOff x="3793515" y="3588978"/>
                <a:chExt cx="378000" cy="738000"/>
              </a:xfrm>
            </p:grpSpPr>
            <p:pic>
              <p:nvPicPr>
                <p:cNvPr id="279" name="图片 278">
                  <a:extLst>
                    <a:ext uri="{FF2B5EF4-FFF2-40B4-BE49-F238E27FC236}">
                      <a16:creationId xmlns:a16="http://schemas.microsoft.com/office/drawing/2014/main" id="{E17DDF4D-8BB9-4332-8166-A274345D0E34}"/>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3802515" y="3597978"/>
                  <a:ext cx="360000" cy="720000"/>
                </a:xfrm>
                <a:prstGeom prst="rect">
                  <a:avLst/>
                </a:prstGeom>
              </p:spPr>
            </p:pic>
            <p:sp>
              <p:nvSpPr>
                <p:cNvPr id="280" name="矩形 279">
                  <a:extLst>
                    <a:ext uri="{FF2B5EF4-FFF2-40B4-BE49-F238E27FC236}">
                      <a16:creationId xmlns:a16="http://schemas.microsoft.com/office/drawing/2014/main" id="{B485E3A9-2245-4AA5-9A3D-26ECB1D43467}"/>
                    </a:ext>
                  </a:extLst>
                </p:cNvPr>
                <p:cNvSpPr/>
                <p:nvPr/>
              </p:nvSpPr>
              <p:spPr>
                <a:xfrm>
                  <a:off x="3793515" y="3588978"/>
                  <a:ext cx="378000" cy="738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4" name="组合 203">
                <a:extLst>
                  <a:ext uri="{FF2B5EF4-FFF2-40B4-BE49-F238E27FC236}">
                    <a16:creationId xmlns:a16="http://schemas.microsoft.com/office/drawing/2014/main" id="{7585C0FD-01AE-4691-B387-F19A7384E7CF}"/>
                  </a:ext>
                </a:extLst>
              </p:cNvPr>
              <p:cNvGrpSpPr/>
              <p:nvPr/>
            </p:nvGrpSpPr>
            <p:grpSpPr>
              <a:xfrm>
                <a:off x="9828000" y="0"/>
                <a:ext cx="378000" cy="738000"/>
                <a:chOff x="5045191" y="2035082"/>
                <a:chExt cx="378000" cy="738000"/>
              </a:xfrm>
            </p:grpSpPr>
            <p:pic>
              <p:nvPicPr>
                <p:cNvPr id="277" name="图片 276">
                  <a:extLst>
                    <a:ext uri="{FF2B5EF4-FFF2-40B4-BE49-F238E27FC236}">
                      <a16:creationId xmlns:a16="http://schemas.microsoft.com/office/drawing/2014/main" id="{27837BFC-737D-4161-86D0-D52E8FCAC8A8}"/>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5054191" y="2044082"/>
                  <a:ext cx="360000" cy="720000"/>
                </a:xfrm>
                <a:prstGeom prst="rect">
                  <a:avLst/>
                </a:prstGeom>
              </p:spPr>
            </p:pic>
            <p:sp>
              <p:nvSpPr>
                <p:cNvPr id="278" name="矩形 277">
                  <a:extLst>
                    <a:ext uri="{FF2B5EF4-FFF2-40B4-BE49-F238E27FC236}">
                      <a16:creationId xmlns:a16="http://schemas.microsoft.com/office/drawing/2014/main" id="{0FD2EC14-7077-4DB3-AAB5-DE0A36204B57}"/>
                    </a:ext>
                  </a:extLst>
                </p:cNvPr>
                <p:cNvSpPr/>
                <p:nvPr/>
              </p:nvSpPr>
              <p:spPr>
                <a:xfrm>
                  <a:off x="5045191" y="2035082"/>
                  <a:ext cx="378000" cy="738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5" name="组合 204">
                <a:extLst>
                  <a:ext uri="{FF2B5EF4-FFF2-40B4-BE49-F238E27FC236}">
                    <a16:creationId xmlns:a16="http://schemas.microsoft.com/office/drawing/2014/main" id="{08D7F39F-EF1D-4AF3-B5BD-24BB48D74EB9}"/>
                  </a:ext>
                </a:extLst>
              </p:cNvPr>
              <p:cNvGrpSpPr/>
              <p:nvPr/>
            </p:nvGrpSpPr>
            <p:grpSpPr>
              <a:xfrm>
                <a:off x="5940000" y="0"/>
                <a:ext cx="378000" cy="738000"/>
                <a:chOff x="918127" y="2020892"/>
                <a:chExt cx="378000" cy="738000"/>
              </a:xfrm>
            </p:grpSpPr>
            <p:pic>
              <p:nvPicPr>
                <p:cNvPr id="275" name="图片 274">
                  <a:extLst>
                    <a:ext uri="{FF2B5EF4-FFF2-40B4-BE49-F238E27FC236}">
                      <a16:creationId xmlns:a16="http://schemas.microsoft.com/office/drawing/2014/main" id="{A1D9E888-9AF1-4F93-88F6-086F94451F66}"/>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927127" y="2029892"/>
                  <a:ext cx="360000" cy="720000"/>
                </a:xfrm>
                <a:prstGeom prst="rect">
                  <a:avLst/>
                </a:prstGeom>
              </p:spPr>
            </p:pic>
            <p:sp>
              <p:nvSpPr>
                <p:cNvPr id="276" name="矩形 275">
                  <a:extLst>
                    <a:ext uri="{FF2B5EF4-FFF2-40B4-BE49-F238E27FC236}">
                      <a16:creationId xmlns:a16="http://schemas.microsoft.com/office/drawing/2014/main" id="{95F98D11-80F0-4C4A-BCC3-AB3421B34836}"/>
                    </a:ext>
                  </a:extLst>
                </p:cNvPr>
                <p:cNvSpPr/>
                <p:nvPr/>
              </p:nvSpPr>
              <p:spPr>
                <a:xfrm>
                  <a:off x="918127" y="202089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06" name="组合 205">
                <a:extLst>
                  <a:ext uri="{FF2B5EF4-FFF2-40B4-BE49-F238E27FC236}">
                    <a16:creationId xmlns:a16="http://schemas.microsoft.com/office/drawing/2014/main" id="{C05886AF-C97D-470A-B2A6-48EFE1C52AA8}"/>
                  </a:ext>
                </a:extLst>
              </p:cNvPr>
              <p:cNvGrpSpPr/>
              <p:nvPr/>
            </p:nvGrpSpPr>
            <p:grpSpPr>
              <a:xfrm>
                <a:off x="6372000" y="0"/>
                <a:ext cx="378000" cy="738000"/>
                <a:chOff x="1481801" y="2028651"/>
                <a:chExt cx="378000" cy="738000"/>
              </a:xfrm>
            </p:grpSpPr>
            <p:pic>
              <p:nvPicPr>
                <p:cNvPr id="273" name="图片 272">
                  <a:extLst>
                    <a:ext uri="{FF2B5EF4-FFF2-40B4-BE49-F238E27FC236}">
                      <a16:creationId xmlns:a16="http://schemas.microsoft.com/office/drawing/2014/main" id="{40B2DFAD-B847-48AA-9B44-98BB828B8275}"/>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1490801" y="2037651"/>
                  <a:ext cx="360000" cy="720000"/>
                </a:xfrm>
                <a:prstGeom prst="rect">
                  <a:avLst/>
                </a:prstGeom>
              </p:spPr>
            </p:pic>
            <p:sp>
              <p:nvSpPr>
                <p:cNvPr id="274" name="矩形 273">
                  <a:extLst>
                    <a:ext uri="{FF2B5EF4-FFF2-40B4-BE49-F238E27FC236}">
                      <a16:creationId xmlns:a16="http://schemas.microsoft.com/office/drawing/2014/main" id="{9AF7A683-8E98-4C9B-8238-D77C8CC40EFA}"/>
                    </a:ext>
                  </a:extLst>
                </p:cNvPr>
                <p:cNvSpPr/>
                <p:nvPr/>
              </p:nvSpPr>
              <p:spPr>
                <a:xfrm>
                  <a:off x="1481801" y="202865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07" name="组合 206">
                <a:extLst>
                  <a:ext uri="{FF2B5EF4-FFF2-40B4-BE49-F238E27FC236}">
                    <a16:creationId xmlns:a16="http://schemas.microsoft.com/office/drawing/2014/main" id="{7C9B1A3D-F8E4-4D1B-8BDA-97E1BE27D0E5}"/>
                  </a:ext>
                </a:extLst>
              </p:cNvPr>
              <p:cNvGrpSpPr/>
              <p:nvPr/>
            </p:nvGrpSpPr>
            <p:grpSpPr>
              <a:xfrm>
                <a:off x="8100000" y="0"/>
                <a:ext cx="378000" cy="738000"/>
                <a:chOff x="3228734" y="2039132"/>
                <a:chExt cx="378000" cy="738000"/>
              </a:xfrm>
            </p:grpSpPr>
            <p:pic>
              <p:nvPicPr>
                <p:cNvPr id="271" name="图片 270">
                  <a:extLst>
                    <a:ext uri="{FF2B5EF4-FFF2-40B4-BE49-F238E27FC236}">
                      <a16:creationId xmlns:a16="http://schemas.microsoft.com/office/drawing/2014/main" id="{9A584E82-0BF5-4561-B3EF-DA0983FF52F5}"/>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3237734" y="2048132"/>
                  <a:ext cx="360000" cy="720000"/>
                </a:xfrm>
                <a:prstGeom prst="rect">
                  <a:avLst/>
                </a:prstGeom>
              </p:spPr>
            </p:pic>
            <p:sp>
              <p:nvSpPr>
                <p:cNvPr id="272" name="矩形 271">
                  <a:extLst>
                    <a:ext uri="{FF2B5EF4-FFF2-40B4-BE49-F238E27FC236}">
                      <a16:creationId xmlns:a16="http://schemas.microsoft.com/office/drawing/2014/main" id="{7887CDF6-96BC-4BA8-B9EA-6B8EEBE23FF3}"/>
                    </a:ext>
                  </a:extLst>
                </p:cNvPr>
                <p:cNvSpPr/>
                <p:nvPr/>
              </p:nvSpPr>
              <p:spPr>
                <a:xfrm>
                  <a:off x="3228734" y="203913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08" name="组合 207">
                <a:extLst>
                  <a:ext uri="{FF2B5EF4-FFF2-40B4-BE49-F238E27FC236}">
                    <a16:creationId xmlns:a16="http://schemas.microsoft.com/office/drawing/2014/main" id="{15A3CF28-4297-4CB6-B956-07A0564274CB}"/>
                  </a:ext>
                </a:extLst>
              </p:cNvPr>
              <p:cNvGrpSpPr/>
              <p:nvPr/>
            </p:nvGrpSpPr>
            <p:grpSpPr>
              <a:xfrm>
                <a:off x="7668000" y="0"/>
                <a:ext cx="378000" cy="738000"/>
                <a:chOff x="2773068" y="2039132"/>
                <a:chExt cx="378000" cy="738000"/>
              </a:xfrm>
            </p:grpSpPr>
            <p:pic>
              <p:nvPicPr>
                <p:cNvPr id="269" name="图片 268">
                  <a:extLst>
                    <a:ext uri="{FF2B5EF4-FFF2-40B4-BE49-F238E27FC236}">
                      <a16:creationId xmlns:a16="http://schemas.microsoft.com/office/drawing/2014/main" id="{69B7B4F9-F62F-482B-BE31-5B88854B903E}"/>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2782068" y="2048132"/>
                  <a:ext cx="360000" cy="720000"/>
                </a:xfrm>
                <a:prstGeom prst="rect">
                  <a:avLst/>
                </a:prstGeom>
              </p:spPr>
            </p:pic>
            <p:sp>
              <p:nvSpPr>
                <p:cNvPr id="270" name="矩形 269">
                  <a:extLst>
                    <a:ext uri="{FF2B5EF4-FFF2-40B4-BE49-F238E27FC236}">
                      <a16:creationId xmlns:a16="http://schemas.microsoft.com/office/drawing/2014/main" id="{F08CCF69-2B1F-4A8F-A7EB-C356416BD437}"/>
                    </a:ext>
                  </a:extLst>
                </p:cNvPr>
                <p:cNvSpPr/>
                <p:nvPr/>
              </p:nvSpPr>
              <p:spPr>
                <a:xfrm>
                  <a:off x="2773068" y="203913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09" name="组合 208">
                <a:extLst>
                  <a:ext uri="{FF2B5EF4-FFF2-40B4-BE49-F238E27FC236}">
                    <a16:creationId xmlns:a16="http://schemas.microsoft.com/office/drawing/2014/main" id="{834DC70A-BF3E-45A3-BDEF-F107CC0101C5}"/>
                  </a:ext>
                </a:extLst>
              </p:cNvPr>
              <p:cNvGrpSpPr/>
              <p:nvPr/>
            </p:nvGrpSpPr>
            <p:grpSpPr>
              <a:xfrm>
                <a:off x="5940000" y="790514"/>
                <a:ext cx="378000" cy="738000"/>
                <a:chOff x="1063565" y="2821519"/>
                <a:chExt cx="378000" cy="738000"/>
              </a:xfrm>
            </p:grpSpPr>
            <p:pic>
              <p:nvPicPr>
                <p:cNvPr id="267" name="图片 266">
                  <a:extLst>
                    <a:ext uri="{FF2B5EF4-FFF2-40B4-BE49-F238E27FC236}">
                      <a16:creationId xmlns:a16="http://schemas.microsoft.com/office/drawing/2014/main" id="{4D439362-F1C3-4667-A171-0AF398F39F82}"/>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1072565" y="2830519"/>
                  <a:ext cx="360000" cy="720000"/>
                </a:xfrm>
                <a:prstGeom prst="rect">
                  <a:avLst/>
                </a:prstGeom>
              </p:spPr>
            </p:pic>
            <p:sp>
              <p:nvSpPr>
                <p:cNvPr id="268" name="矩形 267">
                  <a:extLst>
                    <a:ext uri="{FF2B5EF4-FFF2-40B4-BE49-F238E27FC236}">
                      <a16:creationId xmlns:a16="http://schemas.microsoft.com/office/drawing/2014/main" id="{98E059B1-848E-4BE8-A77D-622EF6020588}"/>
                    </a:ext>
                  </a:extLst>
                </p:cNvPr>
                <p:cNvSpPr/>
                <p:nvPr/>
              </p:nvSpPr>
              <p:spPr>
                <a:xfrm>
                  <a:off x="1063565" y="2821519"/>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0" name="组合 209">
                <a:extLst>
                  <a:ext uri="{FF2B5EF4-FFF2-40B4-BE49-F238E27FC236}">
                    <a16:creationId xmlns:a16="http://schemas.microsoft.com/office/drawing/2014/main" id="{CD3941F6-FA15-4A8D-9C3E-886F75DE3882}"/>
                  </a:ext>
                </a:extLst>
              </p:cNvPr>
              <p:cNvGrpSpPr/>
              <p:nvPr/>
            </p:nvGrpSpPr>
            <p:grpSpPr>
              <a:xfrm>
                <a:off x="5940000" y="1582617"/>
                <a:ext cx="378000" cy="738000"/>
                <a:chOff x="1120537" y="3604097"/>
                <a:chExt cx="378000" cy="738000"/>
              </a:xfrm>
            </p:grpSpPr>
            <p:pic>
              <p:nvPicPr>
                <p:cNvPr id="265" name="图片 264">
                  <a:extLst>
                    <a:ext uri="{FF2B5EF4-FFF2-40B4-BE49-F238E27FC236}">
                      <a16:creationId xmlns:a16="http://schemas.microsoft.com/office/drawing/2014/main" id="{933FAB1B-94C8-40C9-ADA8-20EE828B7847}"/>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1129537" y="3613097"/>
                  <a:ext cx="360000" cy="720000"/>
                </a:xfrm>
                <a:prstGeom prst="rect">
                  <a:avLst/>
                </a:prstGeom>
              </p:spPr>
            </p:pic>
            <p:sp>
              <p:nvSpPr>
                <p:cNvPr id="266" name="矩形 265">
                  <a:extLst>
                    <a:ext uri="{FF2B5EF4-FFF2-40B4-BE49-F238E27FC236}">
                      <a16:creationId xmlns:a16="http://schemas.microsoft.com/office/drawing/2014/main" id="{AD25DC37-512C-4A01-AF3D-AC5CF1EE8F86}"/>
                    </a:ext>
                  </a:extLst>
                </p:cNvPr>
                <p:cNvSpPr/>
                <p:nvPr/>
              </p:nvSpPr>
              <p:spPr>
                <a:xfrm>
                  <a:off x="1120537" y="3604097"/>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1" name="组合 210">
                <a:extLst>
                  <a:ext uri="{FF2B5EF4-FFF2-40B4-BE49-F238E27FC236}">
                    <a16:creationId xmlns:a16="http://schemas.microsoft.com/office/drawing/2014/main" id="{450D3830-5C85-4B52-8428-F67F5EA32D30}"/>
                  </a:ext>
                </a:extLst>
              </p:cNvPr>
              <p:cNvGrpSpPr/>
              <p:nvPr/>
            </p:nvGrpSpPr>
            <p:grpSpPr>
              <a:xfrm>
                <a:off x="7668000" y="790514"/>
                <a:ext cx="378000" cy="738000"/>
                <a:chOff x="2780158" y="2821519"/>
                <a:chExt cx="378000" cy="738000"/>
              </a:xfrm>
            </p:grpSpPr>
            <p:pic>
              <p:nvPicPr>
                <p:cNvPr id="263" name="图片 262">
                  <a:extLst>
                    <a:ext uri="{FF2B5EF4-FFF2-40B4-BE49-F238E27FC236}">
                      <a16:creationId xmlns:a16="http://schemas.microsoft.com/office/drawing/2014/main" id="{90B953E4-3F09-4AA9-B41E-1320FDA1F90B}"/>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2789158" y="2830519"/>
                  <a:ext cx="360000" cy="720000"/>
                </a:xfrm>
                <a:prstGeom prst="rect">
                  <a:avLst/>
                </a:prstGeom>
              </p:spPr>
            </p:pic>
            <p:sp>
              <p:nvSpPr>
                <p:cNvPr id="264" name="矩形 263">
                  <a:extLst>
                    <a:ext uri="{FF2B5EF4-FFF2-40B4-BE49-F238E27FC236}">
                      <a16:creationId xmlns:a16="http://schemas.microsoft.com/office/drawing/2014/main" id="{EA146D02-4103-4595-8ECE-BD90E5CBB230}"/>
                    </a:ext>
                  </a:extLst>
                </p:cNvPr>
                <p:cNvSpPr/>
                <p:nvPr/>
              </p:nvSpPr>
              <p:spPr>
                <a:xfrm>
                  <a:off x="2780158" y="2821519"/>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2" name="组合 211">
                <a:extLst>
                  <a:ext uri="{FF2B5EF4-FFF2-40B4-BE49-F238E27FC236}">
                    <a16:creationId xmlns:a16="http://schemas.microsoft.com/office/drawing/2014/main" id="{AA94F012-58F1-4A9D-9714-1B8A9A1FB73A}"/>
                  </a:ext>
                </a:extLst>
              </p:cNvPr>
              <p:cNvGrpSpPr/>
              <p:nvPr/>
            </p:nvGrpSpPr>
            <p:grpSpPr>
              <a:xfrm>
                <a:off x="8532000" y="0"/>
                <a:ext cx="378000" cy="738000"/>
                <a:chOff x="3644012" y="2039132"/>
                <a:chExt cx="378000" cy="738000"/>
              </a:xfrm>
            </p:grpSpPr>
            <p:pic>
              <p:nvPicPr>
                <p:cNvPr id="261" name="图片 260">
                  <a:extLst>
                    <a:ext uri="{FF2B5EF4-FFF2-40B4-BE49-F238E27FC236}">
                      <a16:creationId xmlns:a16="http://schemas.microsoft.com/office/drawing/2014/main" id="{C47EDE3A-AF84-400A-95EC-EC83754F8170}"/>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3653012" y="2048132"/>
                  <a:ext cx="360000" cy="720000"/>
                </a:xfrm>
                <a:prstGeom prst="rect">
                  <a:avLst/>
                </a:prstGeom>
              </p:spPr>
            </p:pic>
            <p:sp>
              <p:nvSpPr>
                <p:cNvPr id="262" name="矩形 261">
                  <a:extLst>
                    <a:ext uri="{FF2B5EF4-FFF2-40B4-BE49-F238E27FC236}">
                      <a16:creationId xmlns:a16="http://schemas.microsoft.com/office/drawing/2014/main" id="{C89764E1-BBC3-4B1E-922D-F4E2EADDC91B}"/>
                    </a:ext>
                  </a:extLst>
                </p:cNvPr>
                <p:cNvSpPr/>
                <p:nvPr/>
              </p:nvSpPr>
              <p:spPr>
                <a:xfrm>
                  <a:off x="3644012" y="203913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3" name="组合 212">
                <a:extLst>
                  <a:ext uri="{FF2B5EF4-FFF2-40B4-BE49-F238E27FC236}">
                    <a16:creationId xmlns:a16="http://schemas.microsoft.com/office/drawing/2014/main" id="{9C34AB04-8AA4-412B-8437-4BEEEB1AB9DC}"/>
                  </a:ext>
                </a:extLst>
              </p:cNvPr>
              <p:cNvGrpSpPr/>
              <p:nvPr/>
            </p:nvGrpSpPr>
            <p:grpSpPr>
              <a:xfrm>
                <a:off x="6372000" y="1582617"/>
                <a:ext cx="378000" cy="738000"/>
                <a:chOff x="1558853" y="3604097"/>
                <a:chExt cx="378000" cy="738000"/>
              </a:xfrm>
            </p:grpSpPr>
            <p:pic>
              <p:nvPicPr>
                <p:cNvPr id="259" name="图片 258">
                  <a:extLst>
                    <a:ext uri="{FF2B5EF4-FFF2-40B4-BE49-F238E27FC236}">
                      <a16:creationId xmlns:a16="http://schemas.microsoft.com/office/drawing/2014/main" id="{EB72907D-49E2-4FCE-B889-302C806D3936}"/>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1567853" y="3613097"/>
                  <a:ext cx="360000" cy="720000"/>
                </a:xfrm>
                <a:prstGeom prst="rect">
                  <a:avLst/>
                </a:prstGeom>
              </p:spPr>
            </p:pic>
            <p:sp>
              <p:nvSpPr>
                <p:cNvPr id="260" name="矩形 259">
                  <a:extLst>
                    <a:ext uri="{FF2B5EF4-FFF2-40B4-BE49-F238E27FC236}">
                      <a16:creationId xmlns:a16="http://schemas.microsoft.com/office/drawing/2014/main" id="{E8BA3370-2538-4224-996E-70EA7A232B99}"/>
                    </a:ext>
                  </a:extLst>
                </p:cNvPr>
                <p:cNvSpPr/>
                <p:nvPr/>
              </p:nvSpPr>
              <p:spPr>
                <a:xfrm>
                  <a:off x="1558853" y="3604097"/>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4" name="组合 213">
                <a:extLst>
                  <a:ext uri="{FF2B5EF4-FFF2-40B4-BE49-F238E27FC236}">
                    <a16:creationId xmlns:a16="http://schemas.microsoft.com/office/drawing/2014/main" id="{23F93A49-915D-4ECF-BE91-467A37E8FBA3}"/>
                  </a:ext>
                </a:extLst>
              </p:cNvPr>
              <p:cNvGrpSpPr/>
              <p:nvPr/>
            </p:nvGrpSpPr>
            <p:grpSpPr>
              <a:xfrm>
                <a:off x="6372000" y="790514"/>
                <a:ext cx="378000" cy="738000"/>
                <a:chOff x="1539743" y="2821519"/>
                <a:chExt cx="378000" cy="738000"/>
              </a:xfrm>
            </p:grpSpPr>
            <p:pic>
              <p:nvPicPr>
                <p:cNvPr id="257" name="图片 256">
                  <a:extLst>
                    <a:ext uri="{FF2B5EF4-FFF2-40B4-BE49-F238E27FC236}">
                      <a16:creationId xmlns:a16="http://schemas.microsoft.com/office/drawing/2014/main" id="{A53B3B47-7DCA-459E-B19D-9F362B3CDA1B}"/>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1548743" y="2830519"/>
                  <a:ext cx="360000" cy="720000"/>
                </a:xfrm>
                <a:prstGeom prst="rect">
                  <a:avLst/>
                </a:prstGeom>
              </p:spPr>
            </p:pic>
            <p:sp>
              <p:nvSpPr>
                <p:cNvPr id="258" name="矩形 257">
                  <a:extLst>
                    <a:ext uri="{FF2B5EF4-FFF2-40B4-BE49-F238E27FC236}">
                      <a16:creationId xmlns:a16="http://schemas.microsoft.com/office/drawing/2014/main" id="{AD3FC373-02BF-47C8-A88F-6DF787AFDDD0}"/>
                    </a:ext>
                  </a:extLst>
                </p:cNvPr>
                <p:cNvSpPr/>
                <p:nvPr/>
              </p:nvSpPr>
              <p:spPr>
                <a:xfrm>
                  <a:off x="1539743" y="2821519"/>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5" name="组合 214">
                <a:extLst>
                  <a:ext uri="{FF2B5EF4-FFF2-40B4-BE49-F238E27FC236}">
                    <a16:creationId xmlns:a16="http://schemas.microsoft.com/office/drawing/2014/main" id="{D8CA9F53-C09F-4D35-A0D6-F1F41D2FF4FC}"/>
                  </a:ext>
                </a:extLst>
              </p:cNvPr>
              <p:cNvGrpSpPr/>
              <p:nvPr/>
            </p:nvGrpSpPr>
            <p:grpSpPr>
              <a:xfrm>
                <a:off x="6804000" y="790514"/>
                <a:ext cx="378000" cy="738000"/>
                <a:chOff x="1934064" y="2821519"/>
                <a:chExt cx="378000" cy="738000"/>
              </a:xfrm>
            </p:grpSpPr>
            <p:pic>
              <p:nvPicPr>
                <p:cNvPr id="255" name="图片 254">
                  <a:extLst>
                    <a:ext uri="{FF2B5EF4-FFF2-40B4-BE49-F238E27FC236}">
                      <a16:creationId xmlns:a16="http://schemas.microsoft.com/office/drawing/2014/main" id="{E7B246B6-4E75-4D94-A929-C8D01C1FB6F0}"/>
                    </a:ext>
                  </a:extLst>
                </p:cNvPr>
                <p:cNvPicPr>
                  <a:picLocks/>
                </p:cNvPicPr>
                <p:nvPr/>
              </p:nvPicPr>
              <p:blipFill>
                <a:blip r:embed="rId16">
                  <a:extLst>
                    <a:ext uri="{28A0092B-C50C-407E-A947-70E740481C1C}">
                      <a14:useLocalDpi xmlns:a14="http://schemas.microsoft.com/office/drawing/2010/main" val="0"/>
                    </a:ext>
                  </a:extLst>
                </a:blip>
                <a:stretch>
                  <a:fillRect/>
                </a:stretch>
              </p:blipFill>
              <p:spPr>
                <a:xfrm>
                  <a:off x="1943064" y="2830519"/>
                  <a:ext cx="360000" cy="720000"/>
                </a:xfrm>
                <a:prstGeom prst="rect">
                  <a:avLst/>
                </a:prstGeom>
              </p:spPr>
            </p:pic>
            <p:sp>
              <p:nvSpPr>
                <p:cNvPr id="256" name="矩形 255">
                  <a:extLst>
                    <a:ext uri="{FF2B5EF4-FFF2-40B4-BE49-F238E27FC236}">
                      <a16:creationId xmlns:a16="http://schemas.microsoft.com/office/drawing/2014/main" id="{2454C560-FD73-4040-8B81-97E3F46EA2A6}"/>
                    </a:ext>
                  </a:extLst>
                </p:cNvPr>
                <p:cNvSpPr/>
                <p:nvPr/>
              </p:nvSpPr>
              <p:spPr>
                <a:xfrm>
                  <a:off x="1934064" y="2821519"/>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6" name="组合 215">
                <a:extLst>
                  <a:ext uri="{FF2B5EF4-FFF2-40B4-BE49-F238E27FC236}">
                    <a16:creationId xmlns:a16="http://schemas.microsoft.com/office/drawing/2014/main" id="{F9523E75-22A7-4484-B956-C33B2275FBF0}"/>
                  </a:ext>
                </a:extLst>
              </p:cNvPr>
              <p:cNvGrpSpPr/>
              <p:nvPr/>
            </p:nvGrpSpPr>
            <p:grpSpPr>
              <a:xfrm>
                <a:off x="7236000" y="790514"/>
                <a:ext cx="378000" cy="738000"/>
                <a:chOff x="2356029" y="2821519"/>
                <a:chExt cx="378000" cy="738000"/>
              </a:xfrm>
            </p:grpSpPr>
            <p:pic>
              <p:nvPicPr>
                <p:cNvPr id="253" name="图片 252">
                  <a:extLst>
                    <a:ext uri="{FF2B5EF4-FFF2-40B4-BE49-F238E27FC236}">
                      <a16:creationId xmlns:a16="http://schemas.microsoft.com/office/drawing/2014/main" id="{C8A119D7-03CA-40ED-B615-E2CBD5DC19F4}"/>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2365029" y="2830519"/>
                  <a:ext cx="360000" cy="720000"/>
                </a:xfrm>
                <a:prstGeom prst="rect">
                  <a:avLst/>
                </a:prstGeom>
              </p:spPr>
            </p:pic>
            <p:sp>
              <p:nvSpPr>
                <p:cNvPr id="254" name="矩形 253">
                  <a:extLst>
                    <a:ext uri="{FF2B5EF4-FFF2-40B4-BE49-F238E27FC236}">
                      <a16:creationId xmlns:a16="http://schemas.microsoft.com/office/drawing/2014/main" id="{E2809302-FD06-45B6-B2C1-093C2D018F39}"/>
                    </a:ext>
                  </a:extLst>
                </p:cNvPr>
                <p:cNvSpPr/>
                <p:nvPr/>
              </p:nvSpPr>
              <p:spPr>
                <a:xfrm>
                  <a:off x="2356029" y="2821519"/>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7" name="组合 216">
                <a:extLst>
                  <a:ext uri="{FF2B5EF4-FFF2-40B4-BE49-F238E27FC236}">
                    <a16:creationId xmlns:a16="http://schemas.microsoft.com/office/drawing/2014/main" id="{80AC7438-69C8-40DA-A3FE-64E9AEA3BC13}"/>
                  </a:ext>
                </a:extLst>
              </p:cNvPr>
              <p:cNvGrpSpPr/>
              <p:nvPr/>
            </p:nvGrpSpPr>
            <p:grpSpPr>
              <a:xfrm>
                <a:off x="8100000" y="790514"/>
                <a:ext cx="378000" cy="738000"/>
                <a:chOff x="3220786" y="2821519"/>
                <a:chExt cx="378000" cy="738000"/>
              </a:xfrm>
            </p:grpSpPr>
            <p:pic>
              <p:nvPicPr>
                <p:cNvPr id="251" name="图片 250">
                  <a:extLst>
                    <a:ext uri="{FF2B5EF4-FFF2-40B4-BE49-F238E27FC236}">
                      <a16:creationId xmlns:a16="http://schemas.microsoft.com/office/drawing/2014/main" id="{3BD23D84-669A-467F-A074-0A6168BDFDFD}"/>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3229786" y="2830519"/>
                  <a:ext cx="360000" cy="720000"/>
                </a:xfrm>
                <a:prstGeom prst="rect">
                  <a:avLst/>
                </a:prstGeom>
              </p:spPr>
            </p:pic>
            <p:sp>
              <p:nvSpPr>
                <p:cNvPr id="252" name="矩形 251">
                  <a:extLst>
                    <a:ext uri="{FF2B5EF4-FFF2-40B4-BE49-F238E27FC236}">
                      <a16:creationId xmlns:a16="http://schemas.microsoft.com/office/drawing/2014/main" id="{D6CD9292-D5D0-49FE-AAC6-4A27D9658A40}"/>
                    </a:ext>
                  </a:extLst>
                </p:cNvPr>
                <p:cNvSpPr/>
                <p:nvPr/>
              </p:nvSpPr>
              <p:spPr>
                <a:xfrm>
                  <a:off x="3220786" y="2821519"/>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8" name="组合 217">
                <a:extLst>
                  <a:ext uri="{FF2B5EF4-FFF2-40B4-BE49-F238E27FC236}">
                    <a16:creationId xmlns:a16="http://schemas.microsoft.com/office/drawing/2014/main" id="{0DBB5E75-CAFC-4775-B063-EB6D4529BB64}"/>
                  </a:ext>
                </a:extLst>
              </p:cNvPr>
              <p:cNvGrpSpPr/>
              <p:nvPr/>
            </p:nvGrpSpPr>
            <p:grpSpPr>
              <a:xfrm>
                <a:off x="8532000" y="790514"/>
                <a:ext cx="378000" cy="738000"/>
                <a:chOff x="3647969" y="2821519"/>
                <a:chExt cx="378000" cy="738000"/>
              </a:xfrm>
            </p:grpSpPr>
            <p:pic>
              <p:nvPicPr>
                <p:cNvPr id="249" name="图片 248">
                  <a:extLst>
                    <a:ext uri="{FF2B5EF4-FFF2-40B4-BE49-F238E27FC236}">
                      <a16:creationId xmlns:a16="http://schemas.microsoft.com/office/drawing/2014/main" id="{BFC9AF10-8449-4516-AA9A-3888ADF2FF6F}"/>
                    </a:ext>
                  </a:extLst>
                </p:cNvPr>
                <p:cNvPicPr>
                  <a:picLocks/>
                </p:cNvPicPr>
                <p:nvPr/>
              </p:nvPicPr>
              <p:blipFill>
                <a:blip r:embed="rId17">
                  <a:extLst>
                    <a:ext uri="{28A0092B-C50C-407E-A947-70E740481C1C}">
                      <a14:useLocalDpi xmlns:a14="http://schemas.microsoft.com/office/drawing/2010/main" val="0"/>
                    </a:ext>
                  </a:extLst>
                </a:blip>
                <a:stretch>
                  <a:fillRect/>
                </a:stretch>
              </p:blipFill>
              <p:spPr>
                <a:xfrm>
                  <a:off x="3656969" y="2830519"/>
                  <a:ext cx="360000" cy="720000"/>
                </a:xfrm>
                <a:prstGeom prst="rect">
                  <a:avLst/>
                </a:prstGeom>
              </p:spPr>
            </p:pic>
            <p:sp>
              <p:nvSpPr>
                <p:cNvPr id="250" name="矩形 249">
                  <a:extLst>
                    <a:ext uri="{FF2B5EF4-FFF2-40B4-BE49-F238E27FC236}">
                      <a16:creationId xmlns:a16="http://schemas.microsoft.com/office/drawing/2014/main" id="{7537A767-E875-43EA-9C21-C18910B9C2B6}"/>
                    </a:ext>
                  </a:extLst>
                </p:cNvPr>
                <p:cNvSpPr/>
                <p:nvPr/>
              </p:nvSpPr>
              <p:spPr>
                <a:xfrm>
                  <a:off x="3647969" y="2821519"/>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9" name="组合 218">
                <a:extLst>
                  <a:ext uri="{FF2B5EF4-FFF2-40B4-BE49-F238E27FC236}">
                    <a16:creationId xmlns:a16="http://schemas.microsoft.com/office/drawing/2014/main" id="{50525C65-0C3B-448C-BA63-031A27BB516C}"/>
                  </a:ext>
                </a:extLst>
              </p:cNvPr>
              <p:cNvGrpSpPr/>
              <p:nvPr/>
            </p:nvGrpSpPr>
            <p:grpSpPr>
              <a:xfrm>
                <a:off x="8964000" y="790514"/>
                <a:ext cx="378000" cy="738000"/>
                <a:chOff x="4098282" y="2821519"/>
                <a:chExt cx="378000" cy="738000"/>
              </a:xfrm>
            </p:grpSpPr>
            <p:pic>
              <p:nvPicPr>
                <p:cNvPr id="247" name="图片 246">
                  <a:extLst>
                    <a:ext uri="{FF2B5EF4-FFF2-40B4-BE49-F238E27FC236}">
                      <a16:creationId xmlns:a16="http://schemas.microsoft.com/office/drawing/2014/main" id="{93EE6BC0-E773-4F74-B9F0-663ADB9D31B8}"/>
                    </a:ext>
                  </a:extLst>
                </p:cNvPr>
                <p:cNvPicPr>
                  <a:picLocks/>
                </p:cNvPicPr>
                <p:nvPr/>
              </p:nvPicPr>
              <p:blipFill>
                <a:blip r:embed="rId18">
                  <a:extLst>
                    <a:ext uri="{28A0092B-C50C-407E-A947-70E740481C1C}">
                      <a14:useLocalDpi xmlns:a14="http://schemas.microsoft.com/office/drawing/2010/main" val="0"/>
                    </a:ext>
                  </a:extLst>
                </a:blip>
                <a:stretch>
                  <a:fillRect/>
                </a:stretch>
              </p:blipFill>
              <p:spPr>
                <a:xfrm>
                  <a:off x="4107282" y="2830519"/>
                  <a:ext cx="360000" cy="720000"/>
                </a:xfrm>
                <a:prstGeom prst="rect">
                  <a:avLst/>
                </a:prstGeom>
              </p:spPr>
            </p:pic>
            <p:sp>
              <p:nvSpPr>
                <p:cNvPr id="248" name="矩形 247">
                  <a:extLst>
                    <a:ext uri="{FF2B5EF4-FFF2-40B4-BE49-F238E27FC236}">
                      <a16:creationId xmlns:a16="http://schemas.microsoft.com/office/drawing/2014/main" id="{4B5A12E5-69C5-4BA9-AEC9-E4873941CE72}"/>
                    </a:ext>
                  </a:extLst>
                </p:cNvPr>
                <p:cNvSpPr/>
                <p:nvPr/>
              </p:nvSpPr>
              <p:spPr>
                <a:xfrm>
                  <a:off x="4098282" y="2821519"/>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20" name="组合 219">
                <a:extLst>
                  <a:ext uri="{FF2B5EF4-FFF2-40B4-BE49-F238E27FC236}">
                    <a16:creationId xmlns:a16="http://schemas.microsoft.com/office/drawing/2014/main" id="{3A8B8C85-0CE7-4845-9A82-74797E5BF44C}"/>
                  </a:ext>
                </a:extLst>
              </p:cNvPr>
              <p:cNvGrpSpPr/>
              <p:nvPr/>
            </p:nvGrpSpPr>
            <p:grpSpPr>
              <a:xfrm>
                <a:off x="9396000" y="790514"/>
                <a:ext cx="378000" cy="738000"/>
                <a:chOff x="4527407" y="2821519"/>
                <a:chExt cx="378000" cy="738000"/>
              </a:xfrm>
            </p:grpSpPr>
            <p:pic>
              <p:nvPicPr>
                <p:cNvPr id="245" name="图片 244">
                  <a:extLst>
                    <a:ext uri="{FF2B5EF4-FFF2-40B4-BE49-F238E27FC236}">
                      <a16:creationId xmlns:a16="http://schemas.microsoft.com/office/drawing/2014/main" id="{CAEDFF66-3193-4640-9366-E1F494BC8212}"/>
                    </a:ext>
                  </a:extLst>
                </p:cNvPr>
                <p:cNvPicPr>
                  <a:picLocks/>
                </p:cNvPicPr>
                <p:nvPr/>
              </p:nvPicPr>
              <p:blipFill>
                <a:blip r:embed="rId19">
                  <a:extLst>
                    <a:ext uri="{28A0092B-C50C-407E-A947-70E740481C1C}">
                      <a14:useLocalDpi xmlns:a14="http://schemas.microsoft.com/office/drawing/2010/main" val="0"/>
                    </a:ext>
                  </a:extLst>
                </a:blip>
                <a:stretch>
                  <a:fillRect/>
                </a:stretch>
              </p:blipFill>
              <p:spPr>
                <a:xfrm>
                  <a:off x="4536407" y="2830519"/>
                  <a:ext cx="360000" cy="720000"/>
                </a:xfrm>
                <a:prstGeom prst="rect">
                  <a:avLst/>
                </a:prstGeom>
              </p:spPr>
            </p:pic>
            <p:sp>
              <p:nvSpPr>
                <p:cNvPr id="246" name="矩形 245">
                  <a:extLst>
                    <a:ext uri="{FF2B5EF4-FFF2-40B4-BE49-F238E27FC236}">
                      <a16:creationId xmlns:a16="http://schemas.microsoft.com/office/drawing/2014/main" id="{70E4A5E4-E4D2-4DCE-A764-A3AB3C4273F9}"/>
                    </a:ext>
                  </a:extLst>
                </p:cNvPr>
                <p:cNvSpPr/>
                <p:nvPr/>
              </p:nvSpPr>
              <p:spPr>
                <a:xfrm>
                  <a:off x="4527407" y="2821519"/>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21" name="组合 220">
                <a:extLst>
                  <a:ext uri="{FF2B5EF4-FFF2-40B4-BE49-F238E27FC236}">
                    <a16:creationId xmlns:a16="http://schemas.microsoft.com/office/drawing/2014/main" id="{7091EE03-BE5E-4BB4-AA51-0D57BD2B74D6}"/>
                  </a:ext>
                </a:extLst>
              </p:cNvPr>
              <p:cNvGrpSpPr/>
              <p:nvPr/>
            </p:nvGrpSpPr>
            <p:grpSpPr>
              <a:xfrm>
                <a:off x="9828000" y="790514"/>
                <a:ext cx="378000" cy="738000"/>
                <a:chOff x="4993245" y="2821519"/>
                <a:chExt cx="378000" cy="738000"/>
              </a:xfrm>
            </p:grpSpPr>
            <p:pic>
              <p:nvPicPr>
                <p:cNvPr id="243" name="图片 242">
                  <a:extLst>
                    <a:ext uri="{FF2B5EF4-FFF2-40B4-BE49-F238E27FC236}">
                      <a16:creationId xmlns:a16="http://schemas.microsoft.com/office/drawing/2014/main" id="{9621BB79-4584-4273-9F45-DF06AD3DBDD9}"/>
                    </a:ext>
                  </a:extLst>
                </p:cNvPr>
                <p:cNvPicPr>
                  <a:picLocks/>
                </p:cNvPicPr>
                <p:nvPr/>
              </p:nvPicPr>
              <p:blipFill>
                <a:blip r:embed="rId20">
                  <a:extLst>
                    <a:ext uri="{28A0092B-C50C-407E-A947-70E740481C1C}">
                      <a14:useLocalDpi xmlns:a14="http://schemas.microsoft.com/office/drawing/2010/main" val="0"/>
                    </a:ext>
                  </a:extLst>
                </a:blip>
                <a:stretch>
                  <a:fillRect/>
                </a:stretch>
              </p:blipFill>
              <p:spPr>
                <a:xfrm>
                  <a:off x="5002245" y="2830519"/>
                  <a:ext cx="360000" cy="720000"/>
                </a:xfrm>
                <a:prstGeom prst="rect">
                  <a:avLst/>
                </a:prstGeom>
              </p:spPr>
            </p:pic>
            <p:sp>
              <p:nvSpPr>
                <p:cNvPr id="244" name="矩形 243">
                  <a:extLst>
                    <a:ext uri="{FF2B5EF4-FFF2-40B4-BE49-F238E27FC236}">
                      <a16:creationId xmlns:a16="http://schemas.microsoft.com/office/drawing/2014/main" id="{53A2408F-1903-40FE-AA78-7CDEF69C053A}"/>
                    </a:ext>
                  </a:extLst>
                </p:cNvPr>
                <p:cNvSpPr/>
                <p:nvPr/>
              </p:nvSpPr>
              <p:spPr>
                <a:xfrm>
                  <a:off x="4993245" y="2821519"/>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22" name="组合 221">
                <a:extLst>
                  <a:ext uri="{FF2B5EF4-FFF2-40B4-BE49-F238E27FC236}">
                    <a16:creationId xmlns:a16="http://schemas.microsoft.com/office/drawing/2014/main" id="{CB85ED6F-249E-4098-ADB2-F3A0E531CC08}"/>
                  </a:ext>
                </a:extLst>
              </p:cNvPr>
              <p:cNvGrpSpPr/>
              <p:nvPr/>
            </p:nvGrpSpPr>
            <p:grpSpPr>
              <a:xfrm>
                <a:off x="6804000" y="1582617"/>
                <a:ext cx="378000" cy="738000"/>
                <a:chOff x="1974112" y="3604097"/>
                <a:chExt cx="378000" cy="738000"/>
              </a:xfrm>
            </p:grpSpPr>
            <p:pic>
              <p:nvPicPr>
                <p:cNvPr id="241" name="图片 240">
                  <a:extLst>
                    <a:ext uri="{FF2B5EF4-FFF2-40B4-BE49-F238E27FC236}">
                      <a16:creationId xmlns:a16="http://schemas.microsoft.com/office/drawing/2014/main" id="{09CA6F32-6882-4F5F-81FD-245E54E2C9DE}"/>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1983112" y="3613097"/>
                  <a:ext cx="360000" cy="720000"/>
                </a:xfrm>
                <a:prstGeom prst="rect">
                  <a:avLst/>
                </a:prstGeom>
              </p:spPr>
            </p:pic>
            <p:sp>
              <p:nvSpPr>
                <p:cNvPr id="242" name="矩形 241">
                  <a:extLst>
                    <a:ext uri="{FF2B5EF4-FFF2-40B4-BE49-F238E27FC236}">
                      <a16:creationId xmlns:a16="http://schemas.microsoft.com/office/drawing/2014/main" id="{63B141C4-720E-4787-8073-AEF369AC7BF5}"/>
                    </a:ext>
                  </a:extLst>
                </p:cNvPr>
                <p:cNvSpPr/>
                <p:nvPr/>
              </p:nvSpPr>
              <p:spPr>
                <a:xfrm>
                  <a:off x="1974112" y="3604097"/>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23" name="组合 222">
                <a:extLst>
                  <a:ext uri="{FF2B5EF4-FFF2-40B4-BE49-F238E27FC236}">
                    <a16:creationId xmlns:a16="http://schemas.microsoft.com/office/drawing/2014/main" id="{75817CA2-E0FB-4D5A-8ED0-19C9114139F1}"/>
                  </a:ext>
                </a:extLst>
              </p:cNvPr>
              <p:cNvGrpSpPr/>
              <p:nvPr/>
            </p:nvGrpSpPr>
            <p:grpSpPr>
              <a:xfrm>
                <a:off x="7668000" y="1582617"/>
                <a:ext cx="378000" cy="738000"/>
                <a:chOff x="2862802" y="3604097"/>
                <a:chExt cx="378000" cy="738000"/>
              </a:xfrm>
            </p:grpSpPr>
            <p:pic>
              <p:nvPicPr>
                <p:cNvPr id="239" name="图片 238">
                  <a:extLst>
                    <a:ext uri="{FF2B5EF4-FFF2-40B4-BE49-F238E27FC236}">
                      <a16:creationId xmlns:a16="http://schemas.microsoft.com/office/drawing/2014/main" id="{1BA16D4D-048C-4F1C-81F6-577A4CD67169}"/>
                    </a:ext>
                  </a:extLst>
                </p:cNvPr>
                <p:cNvPicPr>
                  <a:picLocks/>
                </p:cNvPicPr>
                <p:nvPr/>
              </p:nvPicPr>
              <p:blipFill>
                <a:blip r:embed="rId16">
                  <a:extLst>
                    <a:ext uri="{28A0092B-C50C-407E-A947-70E740481C1C}">
                      <a14:useLocalDpi xmlns:a14="http://schemas.microsoft.com/office/drawing/2010/main" val="0"/>
                    </a:ext>
                  </a:extLst>
                </a:blip>
                <a:stretch>
                  <a:fillRect/>
                </a:stretch>
              </p:blipFill>
              <p:spPr>
                <a:xfrm>
                  <a:off x="2871802" y="3613097"/>
                  <a:ext cx="360000" cy="720000"/>
                </a:xfrm>
                <a:prstGeom prst="rect">
                  <a:avLst/>
                </a:prstGeom>
              </p:spPr>
            </p:pic>
            <p:sp>
              <p:nvSpPr>
                <p:cNvPr id="240" name="矩形 239">
                  <a:extLst>
                    <a:ext uri="{FF2B5EF4-FFF2-40B4-BE49-F238E27FC236}">
                      <a16:creationId xmlns:a16="http://schemas.microsoft.com/office/drawing/2014/main" id="{3A852F74-F17C-4197-9EF5-68EDA83BC52F}"/>
                    </a:ext>
                  </a:extLst>
                </p:cNvPr>
                <p:cNvSpPr/>
                <p:nvPr/>
              </p:nvSpPr>
              <p:spPr>
                <a:xfrm>
                  <a:off x="2862802" y="3604097"/>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24" name="组合 223">
                <a:extLst>
                  <a:ext uri="{FF2B5EF4-FFF2-40B4-BE49-F238E27FC236}">
                    <a16:creationId xmlns:a16="http://schemas.microsoft.com/office/drawing/2014/main" id="{60EA6739-371F-4792-8AD0-81CA2CF33531}"/>
                  </a:ext>
                </a:extLst>
              </p:cNvPr>
              <p:cNvGrpSpPr/>
              <p:nvPr/>
            </p:nvGrpSpPr>
            <p:grpSpPr>
              <a:xfrm>
                <a:off x="8964000" y="1582617"/>
                <a:ext cx="378000" cy="738000"/>
                <a:chOff x="4327473" y="3604097"/>
                <a:chExt cx="378000" cy="738000"/>
              </a:xfrm>
            </p:grpSpPr>
            <p:pic>
              <p:nvPicPr>
                <p:cNvPr id="237" name="图片 236">
                  <a:extLst>
                    <a:ext uri="{FF2B5EF4-FFF2-40B4-BE49-F238E27FC236}">
                      <a16:creationId xmlns:a16="http://schemas.microsoft.com/office/drawing/2014/main" id="{C65076AE-D296-442B-B883-01CFD7BD87CE}"/>
                    </a:ext>
                  </a:extLst>
                </p:cNvPr>
                <p:cNvPicPr>
                  <a:picLocks/>
                </p:cNvPicPr>
                <p:nvPr/>
              </p:nvPicPr>
              <p:blipFill>
                <a:blip r:embed="rId18">
                  <a:extLst>
                    <a:ext uri="{28A0092B-C50C-407E-A947-70E740481C1C}">
                      <a14:useLocalDpi xmlns:a14="http://schemas.microsoft.com/office/drawing/2010/main" val="0"/>
                    </a:ext>
                  </a:extLst>
                </a:blip>
                <a:stretch>
                  <a:fillRect/>
                </a:stretch>
              </p:blipFill>
              <p:spPr>
                <a:xfrm>
                  <a:off x="4336473" y="3613097"/>
                  <a:ext cx="360000" cy="720000"/>
                </a:xfrm>
                <a:prstGeom prst="rect">
                  <a:avLst/>
                </a:prstGeom>
              </p:spPr>
            </p:pic>
            <p:sp>
              <p:nvSpPr>
                <p:cNvPr id="238" name="矩形 237">
                  <a:extLst>
                    <a:ext uri="{FF2B5EF4-FFF2-40B4-BE49-F238E27FC236}">
                      <a16:creationId xmlns:a16="http://schemas.microsoft.com/office/drawing/2014/main" id="{FA73B932-725E-4E0B-A02D-953727015D5E}"/>
                    </a:ext>
                  </a:extLst>
                </p:cNvPr>
                <p:cNvSpPr/>
                <p:nvPr/>
              </p:nvSpPr>
              <p:spPr>
                <a:xfrm>
                  <a:off x="4327473" y="3604097"/>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25" name="组合 224">
                <a:extLst>
                  <a:ext uri="{FF2B5EF4-FFF2-40B4-BE49-F238E27FC236}">
                    <a16:creationId xmlns:a16="http://schemas.microsoft.com/office/drawing/2014/main" id="{3DBF136C-F64F-4E46-B95B-AF5948E4F611}"/>
                  </a:ext>
                </a:extLst>
              </p:cNvPr>
              <p:cNvGrpSpPr/>
              <p:nvPr/>
            </p:nvGrpSpPr>
            <p:grpSpPr>
              <a:xfrm>
                <a:off x="7236000" y="1582617"/>
                <a:ext cx="378000" cy="738000"/>
                <a:chOff x="2391711" y="3604097"/>
                <a:chExt cx="378000" cy="738000"/>
              </a:xfrm>
            </p:grpSpPr>
            <p:pic>
              <p:nvPicPr>
                <p:cNvPr id="235" name="图片 234">
                  <a:extLst>
                    <a:ext uri="{FF2B5EF4-FFF2-40B4-BE49-F238E27FC236}">
                      <a16:creationId xmlns:a16="http://schemas.microsoft.com/office/drawing/2014/main" id="{1C91A0F1-C045-4557-AEE9-5B73AB8083F4}"/>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2400711" y="3613097"/>
                  <a:ext cx="360000" cy="720000"/>
                </a:xfrm>
                <a:prstGeom prst="rect">
                  <a:avLst/>
                </a:prstGeom>
              </p:spPr>
            </p:pic>
            <p:sp>
              <p:nvSpPr>
                <p:cNvPr id="236" name="矩形 235">
                  <a:extLst>
                    <a:ext uri="{FF2B5EF4-FFF2-40B4-BE49-F238E27FC236}">
                      <a16:creationId xmlns:a16="http://schemas.microsoft.com/office/drawing/2014/main" id="{8C478B6E-7910-469D-9702-261318A3D86B}"/>
                    </a:ext>
                  </a:extLst>
                </p:cNvPr>
                <p:cNvSpPr/>
                <p:nvPr/>
              </p:nvSpPr>
              <p:spPr>
                <a:xfrm>
                  <a:off x="2391711" y="3604097"/>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26" name="组合 225">
                <a:extLst>
                  <a:ext uri="{FF2B5EF4-FFF2-40B4-BE49-F238E27FC236}">
                    <a16:creationId xmlns:a16="http://schemas.microsoft.com/office/drawing/2014/main" id="{AA6DCEC9-3408-4ECE-BD67-3AF38C3DEA85}"/>
                  </a:ext>
                </a:extLst>
              </p:cNvPr>
              <p:cNvGrpSpPr/>
              <p:nvPr/>
            </p:nvGrpSpPr>
            <p:grpSpPr>
              <a:xfrm>
                <a:off x="8100000" y="1582617"/>
                <a:ext cx="378000" cy="738000"/>
                <a:chOff x="3339966" y="3604097"/>
                <a:chExt cx="378000" cy="738000"/>
              </a:xfrm>
            </p:grpSpPr>
            <p:pic>
              <p:nvPicPr>
                <p:cNvPr id="233" name="图片 232">
                  <a:extLst>
                    <a:ext uri="{FF2B5EF4-FFF2-40B4-BE49-F238E27FC236}">
                      <a16:creationId xmlns:a16="http://schemas.microsoft.com/office/drawing/2014/main" id="{A4A53686-76DB-450C-89F4-1D74DBDBC62F}"/>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3348966" y="3613097"/>
                  <a:ext cx="360000" cy="720000"/>
                </a:xfrm>
                <a:prstGeom prst="rect">
                  <a:avLst/>
                </a:prstGeom>
              </p:spPr>
            </p:pic>
            <p:sp>
              <p:nvSpPr>
                <p:cNvPr id="234" name="矩形 233">
                  <a:extLst>
                    <a:ext uri="{FF2B5EF4-FFF2-40B4-BE49-F238E27FC236}">
                      <a16:creationId xmlns:a16="http://schemas.microsoft.com/office/drawing/2014/main" id="{12FE429A-5C03-4181-A177-F6E8B6D33AA6}"/>
                    </a:ext>
                  </a:extLst>
                </p:cNvPr>
                <p:cNvSpPr/>
                <p:nvPr/>
              </p:nvSpPr>
              <p:spPr>
                <a:xfrm>
                  <a:off x="3339966" y="3604097"/>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27" name="组合 226">
                <a:extLst>
                  <a:ext uri="{FF2B5EF4-FFF2-40B4-BE49-F238E27FC236}">
                    <a16:creationId xmlns:a16="http://schemas.microsoft.com/office/drawing/2014/main" id="{18CF1F0F-C6F5-4398-BA00-6DD9593425F4}"/>
                  </a:ext>
                </a:extLst>
              </p:cNvPr>
              <p:cNvGrpSpPr/>
              <p:nvPr/>
            </p:nvGrpSpPr>
            <p:grpSpPr>
              <a:xfrm>
                <a:off x="9396000" y="1582617"/>
                <a:ext cx="378000" cy="738000"/>
                <a:chOff x="4834256" y="3604097"/>
                <a:chExt cx="378000" cy="738000"/>
              </a:xfrm>
            </p:grpSpPr>
            <p:pic>
              <p:nvPicPr>
                <p:cNvPr id="231" name="图片 230">
                  <a:extLst>
                    <a:ext uri="{FF2B5EF4-FFF2-40B4-BE49-F238E27FC236}">
                      <a16:creationId xmlns:a16="http://schemas.microsoft.com/office/drawing/2014/main" id="{1477B4CA-36FA-4AC8-8FF5-1B0DFE167627}"/>
                    </a:ext>
                  </a:extLst>
                </p:cNvPr>
                <p:cNvPicPr>
                  <a:picLocks/>
                </p:cNvPicPr>
                <p:nvPr/>
              </p:nvPicPr>
              <p:blipFill>
                <a:blip r:embed="rId20">
                  <a:extLst>
                    <a:ext uri="{28A0092B-C50C-407E-A947-70E740481C1C}">
                      <a14:useLocalDpi xmlns:a14="http://schemas.microsoft.com/office/drawing/2010/main" val="0"/>
                    </a:ext>
                  </a:extLst>
                </a:blip>
                <a:stretch>
                  <a:fillRect/>
                </a:stretch>
              </p:blipFill>
              <p:spPr>
                <a:xfrm>
                  <a:off x="4843256" y="3613097"/>
                  <a:ext cx="360000" cy="720000"/>
                </a:xfrm>
                <a:prstGeom prst="rect">
                  <a:avLst/>
                </a:prstGeom>
              </p:spPr>
            </p:pic>
            <p:sp>
              <p:nvSpPr>
                <p:cNvPr id="232" name="矩形 231">
                  <a:extLst>
                    <a:ext uri="{FF2B5EF4-FFF2-40B4-BE49-F238E27FC236}">
                      <a16:creationId xmlns:a16="http://schemas.microsoft.com/office/drawing/2014/main" id="{B6C16603-1A1B-4D8C-8596-F5431CFCA97C}"/>
                    </a:ext>
                  </a:extLst>
                </p:cNvPr>
                <p:cNvSpPr/>
                <p:nvPr/>
              </p:nvSpPr>
              <p:spPr>
                <a:xfrm>
                  <a:off x="4834256" y="3604097"/>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28" name="组合 227">
                <a:extLst>
                  <a:ext uri="{FF2B5EF4-FFF2-40B4-BE49-F238E27FC236}">
                    <a16:creationId xmlns:a16="http://schemas.microsoft.com/office/drawing/2014/main" id="{96CC16B4-57B6-4E1A-8C2D-9AE81DC70D93}"/>
                  </a:ext>
                </a:extLst>
              </p:cNvPr>
              <p:cNvGrpSpPr/>
              <p:nvPr/>
            </p:nvGrpSpPr>
            <p:grpSpPr>
              <a:xfrm>
                <a:off x="9828000" y="1582617"/>
                <a:ext cx="378000" cy="738000"/>
                <a:chOff x="5278138" y="3604097"/>
                <a:chExt cx="378000" cy="738000"/>
              </a:xfrm>
            </p:grpSpPr>
            <p:pic>
              <p:nvPicPr>
                <p:cNvPr id="229" name="图片 228">
                  <a:extLst>
                    <a:ext uri="{FF2B5EF4-FFF2-40B4-BE49-F238E27FC236}">
                      <a16:creationId xmlns:a16="http://schemas.microsoft.com/office/drawing/2014/main" id="{859C2D4C-A91C-4F1B-9509-5F9E3FFD2543}"/>
                    </a:ext>
                  </a:extLst>
                </p:cNvPr>
                <p:cNvPicPr>
                  <a:picLocks/>
                </p:cNvPicPr>
                <p:nvPr/>
              </p:nvPicPr>
              <p:blipFill>
                <a:blip r:embed="rId17">
                  <a:extLst>
                    <a:ext uri="{28A0092B-C50C-407E-A947-70E740481C1C}">
                      <a14:useLocalDpi xmlns:a14="http://schemas.microsoft.com/office/drawing/2010/main" val="0"/>
                    </a:ext>
                  </a:extLst>
                </a:blip>
                <a:stretch>
                  <a:fillRect/>
                </a:stretch>
              </p:blipFill>
              <p:spPr>
                <a:xfrm>
                  <a:off x="5287138" y="3613097"/>
                  <a:ext cx="360000" cy="720000"/>
                </a:xfrm>
                <a:prstGeom prst="rect">
                  <a:avLst/>
                </a:prstGeom>
              </p:spPr>
            </p:pic>
            <p:sp>
              <p:nvSpPr>
                <p:cNvPr id="230" name="矩形 229">
                  <a:extLst>
                    <a:ext uri="{FF2B5EF4-FFF2-40B4-BE49-F238E27FC236}">
                      <a16:creationId xmlns:a16="http://schemas.microsoft.com/office/drawing/2014/main" id="{99CD2D59-90C3-491D-B7B1-A079B2825AE2}"/>
                    </a:ext>
                  </a:extLst>
                </p:cNvPr>
                <p:cNvSpPr/>
                <p:nvPr/>
              </p:nvSpPr>
              <p:spPr>
                <a:xfrm>
                  <a:off x="5278138" y="3604097"/>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nvGrpSpPr>
            <p:cNvPr id="4" name="组合 3">
              <a:extLst>
                <a:ext uri="{FF2B5EF4-FFF2-40B4-BE49-F238E27FC236}">
                  <a16:creationId xmlns:a16="http://schemas.microsoft.com/office/drawing/2014/main" id="{20159878-748E-43F2-97FA-62333CB971AA}"/>
                </a:ext>
              </a:extLst>
            </p:cNvPr>
            <p:cNvGrpSpPr/>
            <p:nvPr/>
          </p:nvGrpSpPr>
          <p:grpSpPr>
            <a:xfrm>
              <a:off x="6507440" y="3986240"/>
              <a:ext cx="4806000" cy="2323720"/>
              <a:chOff x="5400000" y="2695920"/>
              <a:chExt cx="4806000" cy="2323720"/>
            </a:xfrm>
          </p:grpSpPr>
          <p:pic>
            <p:nvPicPr>
              <p:cNvPr id="16" name="图片 15">
                <a:extLst>
                  <a:ext uri="{FF2B5EF4-FFF2-40B4-BE49-F238E27FC236}">
                    <a16:creationId xmlns:a16="http://schemas.microsoft.com/office/drawing/2014/main" id="{6687B81A-9D9B-4740-A53A-4FBC66F45C39}"/>
                  </a:ext>
                </a:extLst>
              </p:cNvPr>
              <p:cNvPicPr>
                <a:picLocks/>
              </p:cNvPicPr>
              <p:nvPr/>
            </p:nvPicPr>
            <p:blipFill>
              <a:blip r:embed="rId21">
                <a:extLst>
                  <a:ext uri="{28A0092B-C50C-407E-A947-70E740481C1C}">
                    <a14:useLocalDpi xmlns:a14="http://schemas.microsoft.com/office/drawing/2010/main" val="0"/>
                  </a:ext>
                </a:extLst>
              </a:blip>
              <a:stretch>
                <a:fillRect/>
              </a:stretch>
            </p:blipFill>
            <p:spPr>
              <a:xfrm>
                <a:off x="5400000" y="2707917"/>
                <a:ext cx="360000" cy="720000"/>
              </a:xfrm>
              <a:prstGeom prst="rect">
                <a:avLst/>
              </a:prstGeom>
            </p:spPr>
          </p:pic>
          <p:grpSp>
            <p:nvGrpSpPr>
              <p:cNvPr id="17" name="组合 16">
                <a:extLst>
                  <a:ext uri="{FF2B5EF4-FFF2-40B4-BE49-F238E27FC236}">
                    <a16:creationId xmlns:a16="http://schemas.microsoft.com/office/drawing/2014/main" id="{150998E9-9ABD-4995-A18D-8633D2F97931}"/>
                  </a:ext>
                </a:extLst>
              </p:cNvPr>
              <p:cNvGrpSpPr/>
              <p:nvPr/>
            </p:nvGrpSpPr>
            <p:grpSpPr>
              <a:xfrm>
                <a:off x="9828000" y="3488348"/>
                <a:ext cx="378000" cy="738000"/>
                <a:chOff x="9494724" y="1925763"/>
                <a:chExt cx="378000" cy="738000"/>
              </a:xfrm>
            </p:grpSpPr>
            <p:pic>
              <p:nvPicPr>
                <p:cNvPr id="105" name="图片 104">
                  <a:extLst>
                    <a:ext uri="{FF2B5EF4-FFF2-40B4-BE49-F238E27FC236}">
                      <a16:creationId xmlns:a16="http://schemas.microsoft.com/office/drawing/2014/main" id="{A7B978E0-29EB-4752-ACF3-C15178735AB4}"/>
                    </a:ext>
                  </a:extLst>
                </p:cNvPr>
                <p:cNvPicPr>
                  <a:picLocks/>
                </p:cNvPicPr>
                <p:nvPr/>
              </p:nvPicPr>
              <p:blipFill>
                <a:blip r:embed="rId22">
                  <a:extLst>
                    <a:ext uri="{28A0092B-C50C-407E-A947-70E740481C1C}">
                      <a14:useLocalDpi xmlns:a14="http://schemas.microsoft.com/office/drawing/2010/main" val="0"/>
                    </a:ext>
                  </a:extLst>
                </a:blip>
                <a:stretch>
                  <a:fillRect/>
                </a:stretch>
              </p:blipFill>
              <p:spPr>
                <a:xfrm>
                  <a:off x="9503724" y="1934763"/>
                  <a:ext cx="360000" cy="720000"/>
                </a:xfrm>
                <a:prstGeom prst="rect">
                  <a:avLst/>
                </a:prstGeom>
              </p:spPr>
            </p:pic>
            <p:sp>
              <p:nvSpPr>
                <p:cNvPr id="106" name="矩形 105">
                  <a:extLst>
                    <a:ext uri="{FF2B5EF4-FFF2-40B4-BE49-F238E27FC236}">
                      <a16:creationId xmlns:a16="http://schemas.microsoft.com/office/drawing/2014/main" id="{8E3D7998-9928-475B-B588-256BF43DC979}"/>
                    </a:ext>
                  </a:extLst>
                </p:cNvPr>
                <p:cNvSpPr/>
                <p:nvPr/>
              </p:nvSpPr>
              <p:spPr>
                <a:xfrm>
                  <a:off x="9494724" y="1925763"/>
                  <a:ext cx="378000" cy="738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a:extLst>
                  <a:ext uri="{FF2B5EF4-FFF2-40B4-BE49-F238E27FC236}">
                    <a16:creationId xmlns:a16="http://schemas.microsoft.com/office/drawing/2014/main" id="{C4B8F334-D165-4AA3-B0BE-9A4E68039649}"/>
                  </a:ext>
                </a:extLst>
              </p:cNvPr>
              <p:cNvGrpSpPr/>
              <p:nvPr/>
            </p:nvGrpSpPr>
            <p:grpSpPr>
              <a:xfrm>
                <a:off x="8532000" y="3488348"/>
                <a:ext cx="378000" cy="738000"/>
                <a:chOff x="8389218" y="1939883"/>
                <a:chExt cx="378000" cy="738000"/>
              </a:xfrm>
            </p:grpSpPr>
            <p:pic>
              <p:nvPicPr>
                <p:cNvPr id="103" name="图片 102">
                  <a:extLst>
                    <a:ext uri="{FF2B5EF4-FFF2-40B4-BE49-F238E27FC236}">
                      <a16:creationId xmlns:a16="http://schemas.microsoft.com/office/drawing/2014/main" id="{84EB0E66-7E63-4158-9E55-15735B9926B9}"/>
                    </a:ext>
                  </a:extLst>
                </p:cNvPr>
                <p:cNvPicPr>
                  <a:picLocks/>
                </p:cNvPicPr>
                <p:nvPr/>
              </p:nvPicPr>
              <p:blipFill>
                <a:blip r:embed="rId23">
                  <a:extLst>
                    <a:ext uri="{28A0092B-C50C-407E-A947-70E740481C1C}">
                      <a14:useLocalDpi xmlns:a14="http://schemas.microsoft.com/office/drawing/2010/main" val="0"/>
                    </a:ext>
                  </a:extLst>
                </a:blip>
                <a:stretch>
                  <a:fillRect/>
                </a:stretch>
              </p:blipFill>
              <p:spPr>
                <a:xfrm>
                  <a:off x="8398218" y="1948883"/>
                  <a:ext cx="360000" cy="720000"/>
                </a:xfrm>
                <a:prstGeom prst="rect">
                  <a:avLst/>
                </a:prstGeom>
              </p:spPr>
            </p:pic>
            <p:sp>
              <p:nvSpPr>
                <p:cNvPr id="104" name="矩形 103">
                  <a:extLst>
                    <a:ext uri="{FF2B5EF4-FFF2-40B4-BE49-F238E27FC236}">
                      <a16:creationId xmlns:a16="http://schemas.microsoft.com/office/drawing/2014/main" id="{80257D23-AB7D-4B75-A5A4-2E1A746B5F66}"/>
                    </a:ext>
                  </a:extLst>
                </p:cNvPr>
                <p:cNvSpPr/>
                <p:nvPr/>
              </p:nvSpPr>
              <p:spPr>
                <a:xfrm>
                  <a:off x="8389218" y="1939883"/>
                  <a:ext cx="378000" cy="738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9" name="组合 18">
                <a:extLst>
                  <a:ext uri="{FF2B5EF4-FFF2-40B4-BE49-F238E27FC236}">
                    <a16:creationId xmlns:a16="http://schemas.microsoft.com/office/drawing/2014/main" id="{F62D2DC8-C2DD-4877-A0EB-4FA72AB8634E}"/>
                  </a:ext>
                </a:extLst>
              </p:cNvPr>
              <p:cNvGrpSpPr/>
              <p:nvPr/>
            </p:nvGrpSpPr>
            <p:grpSpPr>
              <a:xfrm>
                <a:off x="8964000" y="2695920"/>
                <a:ext cx="378000" cy="738000"/>
                <a:chOff x="8780949" y="1110462"/>
                <a:chExt cx="378000" cy="738000"/>
              </a:xfrm>
            </p:grpSpPr>
            <p:pic>
              <p:nvPicPr>
                <p:cNvPr id="101" name="图片 100">
                  <a:extLst>
                    <a:ext uri="{FF2B5EF4-FFF2-40B4-BE49-F238E27FC236}">
                      <a16:creationId xmlns:a16="http://schemas.microsoft.com/office/drawing/2014/main" id="{EAE3A958-5CDA-41FB-AC3F-65D6172F38D3}"/>
                    </a:ext>
                  </a:extLst>
                </p:cNvPr>
                <p:cNvPicPr>
                  <a:picLocks/>
                </p:cNvPicPr>
                <p:nvPr/>
              </p:nvPicPr>
              <p:blipFill>
                <a:blip r:embed="rId24">
                  <a:extLst>
                    <a:ext uri="{28A0092B-C50C-407E-A947-70E740481C1C}">
                      <a14:useLocalDpi xmlns:a14="http://schemas.microsoft.com/office/drawing/2010/main" val="0"/>
                    </a:ext>
                  </a:extLst>
                </a:blip>
                <a:stretch>
                  <a:fillRect/>
                </a:stretch>
              </p:blipFill>
              <p:spPr>
                <a:xfrm>
                  <a:off x="8789949" y="1119462"/>
                  <a:ext cx="360000" cy="720000"/>
                </a:xfrm>
                <a:prstGeom prst="rect">
                  <a:avLst/>
                </a:prstGeom>
              </p:spPr>
            </p:pic>
            <p:sp>
              <p:nvSpPr>
                <p:cNvPr id="102" name="矩形 101">
                  <a:extLst>
                    <a:ext uri="{FF2B5EF4-FFF2-40B4-BE49-F238E27FC236}">
                      <a16:creationId xmlns:a16="http://schemas.microsoft.com/office/drawing/2014/main" id="{11223769-7E41-4AA5-9A13-2BB4BE22E669}"/>
                    </a:ext>
                  </a:extLst>
                </p:cNvPr>
                <p:cNvSpPr/>
                <p:nvPr/>
              </p:nvSpPr>
              <p:spPr>
                <a:xfrm>
                  <a:off x="8780949" y="1110462"/>
                  <a:ext cx="378000" cy="738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a:extLst>
                  <a:ext uri="{FF2B5EF4-FFF2-40B4-BE49-F238E27FC236}">
                    <a16:creationId xmlns:a16="http://schemas.microsoft.com/office/drawing/2014/main" id="{8155D5F7-87A2-48D1-A3FF-10C9D2643023}"/>
                  </a:ext>
                </a:extLst>
              </p:cNvPr>
              <p:cNvGrpSpPr/>
              <p:nvPr/>
            </p:nvGrpSpPr>
            <p:grpSpPr>
              <a:xfrm>
                <a:off x="5940000" y="2695920"/>
                <a:ext cx="378000" cy="738000"/>
                <a:chOff x="5963554" y="1126892"/>
                <a:chExt cx="378000" cy="738000"/>
              </a:xfrm>
            </p:grpSpPr>
            <p:pic>
              <p:nvPicPr>
                <p:cNvPr id="99" name="图片 98">
                  <a:extLst>
                    <a:ext uri="{FF2B5EF4-FFF2-40B4-BE49-F238E27FC236}">
                      <a16:creationId xmlns:a16="http://schemas.microsoft.com/office/drawing/2014/main" id="{460FBF3D-7BE4-4603-9887-E260179842CB}"/>
                    </a:ext>
                  </a:extLst>
                </p:cNvPr>
                <p:cNvPicPr>
                  <a:picLocks/>
                </p:cNvPicPr>
                <p:nvPr/>
              </p:nvPicPr>
              <p:blipFill>
                <a:blip r:embed="rId25">
                  <a:extLst>
                    <a:ext uri="{28A0092B-C50C-407E-A947-70E740481C1C}">
                      <a14:useLocalDpi xmlns:a14="http://schemas.microsoft.com/office/drawing/2010/main" val="0"/>
                    </a:ext>
                  </a:extLst>
                </a:blip>
                <a:stretch>
                  <a:fillRect/>
                </a:stretch>
              </p:blipFill>
              <p:spPr>
                <a:xfrm>
                  <a:off x="5972554" y="1135892"/>
                  <a:ext cx="360000" cy="720000"/>
                </a:xfrm>
                <a:prstGeom prst="rect">
                  <a:avLst/>
                </a:prstGeom>
              </p:spPr>
            </p:pic>
            <p:sp>
              <p:nvSpPr>
                <p:cNvPr id="100" name="矩形 99">
                  <a:extLst>
                    <a:ext uri="{FF2B5EF4-FFF2-40B4-BE49-F238E27FC236}">
                      <a16:creationId xmlns:a16="http://schemas.microsoft.com/office/drawing/2014/main" id="{0ECB3709-52B6-4E03-8D00-EEEE8B7D3DA3}"/>
                    </a:ext>
                  </a:extLst>
                </p:cNvPr>
                <p:cNvSpPr/>
                <p:nvPr/>
              </p:nvSpPr>
              <p:spPr>
                <a:xfrm>
                  <a:off x="5963554" y="112689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 name="组合 20">
                <a:extLst>
                  <a:ext uri="{FF2B5EF4-FFF2-40B4-BE49-F238E27FC236}">
                    <a16:creationId xmlns:a16="http://schemas.microsoft.com/office/drawing/2014/main" id="{99DB01A5-238E-43EB-B83A-E24E4D71E924}"/>
                  </a:ext>
                </a:extLst>
              </p:cNvPr>
              <p:cNvGrpSpPr/>
              <p:nvPr/>
            </p:nvGrpSpPr>
            <p:grpSpPr>
              <a:xfrm>
                <a:off x="6804000" y="2695920"/>
                <a:ext cx="378000" cy="738000"/>
                <a:chOff x="6758788" y="1126892"/>
                <a:chExt cx="378000" cy="738000"/>
              </a:xfrm>
            </p:grpSpPr>
            <p:pic>
              <p:nvPicPr>
                <p:cNvPr id="97" name="图片 96">
                  <a:extLst>
                    <a:ext uri="{FF2B5EF4-FFF2-40B4-BE49-F238E27FC236}">
                      <a16:creationId xmlns:a16="http://schemas.microsoft.com/office/drawing/2014/main" id="{D54A18B3-C87C-4209-9348-849E0C0CDB7B}"/>
                    </a:ext>
                  </a:extLst>
                </p:cNvPr>
                <p:cNvPicPr>
                  <a:picLocks/>
                </p:cNvPicPr>
                <p:nvPr/>
              </p:nvPicPr>
              <p:blipFill>
                <a:blip r:embed="rId26">
                  <a:extLst>
                    <a:ext uri="{28A0092B-C50C-407E-A947-70E740481C1C}">
                      <a14:useLocalDpi xmlns:a14="http://schemas.microsoft.com/office/drawing/2010/main" val="0"/>
                    </a:ext>
                  </a:extLst>
                </a:blip>
                <a:stretch>
                  <a:fillRect/>
                </a:stretch>
              </p:blipFill>
              <p:spPr>
                <a:xfrm>
                  <a:off x="6767788" y="1135892"/>
                  <a:ext cx="360000" cy="720000"/>
                </a:xfrm>
                <a:prstGeom prst="rect">
                  <a:avLst/>
                </a:prstGeom>
              </p:spPr>
            </p:pic>
            <p:sp>
              <p:nvSpPr>
                <p:cNvPr id="98" name="矩形 97">
                  <a:extLst>
                    <a:ext uri="{FF2B5EF4-FFF2-40B4-BE49-F238E27FC236}">
                      <a16:creationId xmlns:a16="http://schemas.microsoft.com/office/drawing/2014/main" id="{F99D8C35-D58F-43D5-B5B6-8684B4DC70A4}"/>
                    </a:ext>
                  </a:extLst>
                </p:cNvPr>
                <p:cNvSpPr/>
                <p:nvPr/>
              </p:nvSpPr>
              <p:spPr>
                <a:xfrm>
                  <a:off x="6758788" y="112689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2" name="组合 21">
                <a:extLst>
                  <a:ext uri="{FF2B5EF4-FFF2-40B4-BE49-F238E27FC236}">
                    <a16:creationId xmlns:a16="http://schemas.microsoft.com/office/drawing/2014/main" id="{D497D8FE-C3BF-45E2-BB8A-36745B26DC35}"/>
                  </a:ext>
                </a:extLst>
              </p:cNvPr>
              <p:cNvGrpSpPr/>
              <p:nvPr/>
            </p:nvGrpSpPr>
            <p:grpSpPr>
              <a:xfrm>
                <a:off x="7668000" y="2695920"/>
                <a:ext cx="378000" cy="738000"/>
                <a:chOff x="7573121" y="1126892"/>
                <a:chExt cx="378000" cy="738000"/>
              </a:xfrm>
            </p:grpSpPr>
            <p:pic>
              <p:nvPicPr>
                <p:cNvPr id="95" name="图片 94">
                  <a:extLst>
                    <a:ext uri="{FF2B5EF4-FFF2-40B4-BE49-F238E27FC236}">
                      <a16:creationId xmlns:a16="http://schemas.microsoft.com/office/drawing/2014/main" id="{69477D8B-0210-4B0C-8920-08C22D6BE5D6}"/>
                    </a:ext>
                  </a:extLst>
                </p:cNvPr>
                <p:cNvPicPr>
                  <a:picLocks/>
                </p:cNvPicPr>
                <p:nvPr/>
              </p:nvPicPr>
              <p:blipFill>
                <a:blip r:embed="rId27">
                  <a:extLst>
                    <a:ext uri="{28A0092B-C50C-407E-A947-70E740481C1C}">
                      <a14:useLocalDpi xmlns:a14="http://schemas.microsoft.com/office/drawing/2010/main" val="0"/>
                    </a:ext>
                  </a:extLst>
                </a:blip>
                <a:stretch>
                  <a:fillRect/>
                </a:stretch>
              </p:blipFill>
              <p:spPr>
                <a:xfrm>
                  <a:off x="7582121" y="1135892"/>
                  <a:ext cx="360000" cy="720000"/>
                </a:xfrm>
                <a:prstGeom prst="rect">
                  <a:avLst/>
                </a:prstGeom>
              </p:spPr>
            </p:pic>
            <p:sp>
              <p:nvSpPr>
                <p:cNvPr id="96" name="矩形 95">
                  <a:extLst>
                    <a:ext uri="{FF2B5EF4-FFF2-40B4-BE49-F238E27FC236}">
                      <a16:creationId xmlns:a16="http://schemas.microsoft.com/office/drawing/2014/main" id="{889399D8-9003-41C6-8BD7-7F0AA708BD2F}"/>
                    </a:ext>
                  </a:extLst>
                </p:cNvPr>
                <p:cNvSpPr/>
                <p:nvPr/>
              </p:nvSpPr>
              <p:spPr>
                <a:xfrm>
                  <a:off x="7573121" y="112689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3" name="组合 22">
                <a:extLst>
                  <a:ext uri="{FF2B5EF4-FFF2-40B4-BE49-F238E27FC236}">
                    <a16:creationId xmlns:a16="http://schemas.microsoft.com/office/drawing/2014/main" id="{4914C563-A4D3-45F1-BC74-66EA45A5CA03}"/>
                  </a:ext>
                </a:extLst>
              </p:cNvPr>
              <p:cNvGrpSpPr/>
              <p:nvPr/>
            </p:nvGrpSpPr>
            <p:grpSpPr>
              <a:xfrm>
                <a:off x="6372000" y="2695920"/>
                <a:ext cx="378000" cy="738000"/>
                <a:chOff x="6401113" y="1126892"/>
                <a:chExt cx="378000" cy="738000"/>
              </a:xfrm>
            </p:grpSpPr>
            <p:pic>
              <p:nvPicPr>
                <p:cNvPr id="93" name="图片 92">
                  <a:extLst>
                    <a:ext uri="{FF2B5EF4-FFF2-40B4-BE49-F238E27FC236}">
                      <a16:creationId xmlns:a16="http://schemas.microsoft.com/office/drawing/2014/main" id="{186807DB-F259-44C3-82D9-B6042F37D2B4}"/>
                    </a:ext>
                  </a:extLst>
                </p:cNvPr>
                <p:cNvPicPr>
                  <a:picLocks/>
                </p:cNvPicPr>
                <p:nvPr/>
              </p:nvPicPr>
              <p:blipFill>
                <a:blip r:embed="rId28">
                  <a:extLst>
                    <a:ext uri="{28A0092B-C50C-407E-A947-70E740481C1C}">
                      <a14:useLocalDpi xmlns:a14="http://schemas.microsoft.com/office/drawing/2010/main" val="0"/>
                    </a:ext>
                  </a:extLst>
                </a:blip>
                <a:stretch>
                  <a:fillRect/>
                </a:stretch>
              </p:blipFill>
              <p:spPr>
                <a:xfrm>
                  <a:off x="6410113" y="1135892"/>
                  <a:ext cx="360000" cy="720000"/>
                </a:xfrm>
                <a:prstGeom prst="rect">
                  <a:avLst/>
                </a:prstGeom>
              </p:spPr>
            </p:pic>
            <p:sp>
              <p:nvSpPr>
                <p:cNvPr id="94" name="矩形 93">
                  <a:extLst>
                    <a:ext uri="{FF2B5EF4-FFF2-40B4-BE49-F238E27FC236}">
                      <a16:creationId xmlns:a16="http://schemas.microsoft.com/office/drawing/2014/main" id="{230BECC0-8A1E-4DB4-B7C6-C7EF8861F959}"/>
                    </a:ext>
                  </a:extLst>
                </p:cNvPr>
                <p:cNvSpPr/>
                <p:nvPr/>
              </p:nvSpPr>
              <p:spPr>
                <a:xfrm>
                  <a:off x="6401113" y="112689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4" name="组合 23">
                <a:extLst>
                  <a:ext uri="{FF2B5EF4-FFF2-40B4-BE49-F238E27FC236}">
                    <a16:creationId xmlns:a16="http://schemas.microsoft.com/office/drawing/2014/main" id="{10472473-EB7C-483F-A343-24790DF3F075}"/>
                  </a:ext>
                </a:extLst>
              </p:cNvPr>
              <p:cNvGrpSpPr/>
              <p:nvPr/>
            </p:nvGrpSpPr>
            <p:grpSpPr>
              <a:xfrm>
                <a:off x="7236000" y="2695920"/>
                <a:ext cx="378000" cy="738000"/>
                <a:chOff x="7161517" y="1126892"/>
                <a:chExt cx="378000" cy="738000"/>
              </a:xfrm>
            </p:grpSpPr>
            <p:pic>
              <p:nvPicPr>
                <p:cNvPr id="91" name="图片 90">
                  <a:extLst>
                    <a:ext uri="{FF2B5EF4-FFF2-40B4-BE49-F238E27FC236}">
                      <a16:creationId xmlns:a16="http://schemas.microsoft.com/office/drawing/2014/main" id="{38463D82-B3E7-4DF0-AC63-3394E5993397}"/>
                    </a:ext>
                  </a:extLst>
                </p:cNvPr>
                <p:cNvPicPr>
                  <a:picLocks/>
                </p:cNvPicPr>
                <p:nvPr/>
              </p:nvPicPr>
              <p:blipFill>
                <a:blip r:embed="rId29">
                  <a:extLst>
                    <a:ext uri="{28A0092B-C50C-407E-A947-70E740481C1C}">
                      <a14:useLocalDpi xmlns:a14="http://schemas.microsoft.com/office/drawing/2010/main" val="0"/>
                    </a:ext>
                  </a:extLst>
                </a:blip>
                <a:stretch>
                  <a:fillRect/>
                </a:stretch>
              </p:blipFill>
              <p:spPr>
                <a:xfrm>
                  <a:off x="7170517" y="1135892"/>
                  <a:ext cx="360000" cy="720000"/>
                </a:xfrm>
                <a:prstGeom prst="rect">
                  <a:avLst/>
                </a:prstGeom>
              </p:spPr>
            </p:pic>
            <p:sp>
              <p:nvSpPr>
                <p:cNvPr id="92" name="矩形 91">
                  <a:extLst>
                    <a:ext uri="{FF2B5EF4-FFF2-40B4-BE49-F238E27FC236}">
                      <a16:creationId xmlns:a16="http://schemas.microsoft.com/office/drawing/2014/main" id="{24E4DC11-73FC-446A-BB1C-6E07F0EBA290}"/>
                    </a:ext>
                  </a:extLst>
                </p:cNvPr>
                <p:cNvSpPr/>
                <p:nvPr/>
              </p:nvSpPr>
              <p:spPr>
                <a:xfrm>
                  <a:off x="7161517" y="112689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5" name="组合 24">
                <a:extLst>
                  <a:ext uri="{FF2B5EF4-FFF2-40B4-BE49-F238E27FC236}">
                    <a16:creationId xmlns:a16="http://schemas.microsoft.com/office/drawing/2014/main" id="{60C4665B-026F-47DE-B4AE-2AB98E9BC8B8}"/>
                  </a:ext>
                </a:extLst>
              </p:cNvPr>
              <p:cNvGrpSpPr/>
              <p:nvPr/>
            </p:nvGrpSpPr>
            <p:grpSpPr>
              <a:xfrm>
                <a:off x="8100000" y="2695920"/>
                <a:ext cx="378000" cy="738000"/>
                <a:chOff x="7951343" y="1126892"/>
                <a:chExt cx="378000" cy="738000"/>
              </a:xfrm>
            </p:grpSpPr>
            <p:pic>
              <p:nvPicPr>
                <p:cNvPr id="89" name="图片 88">
                  <a:extLst>
                    <a:ext uri="{FF2B5EF4-FFF2-40B4-BE49-F238E27FC236}">
                      <a16:creationId xmlns:a16="http://schemas.microsoft.com/office/drawing/2014/main" id="{854B1AE5-2023-42AB-8E9E-5A3EB23B9BC2}"/>
                    </a:ext>
                  </a:extLst>
                </p:cNvPr>
                <p:cNvPicPr>
                  <a:picLocks/>
                </p:cNvPicPr>
                <p:nvPr/>
              </p:nvPicPr>
              <p:blipFill>
                <a:blip r:embed="rId30">
                  <a:extLst>
                    <a:ext uri="{28A0092B-C50C-407E-A947-70E740481C1C}">
                      <a14:useLocalDpi xmlns:a14="http://schemas.microsoft.com/office/drawing/2010/main" val="0"/>
                    </a:ext>
                  </a:extLst>
                </a:blip>
                <a:stretch>
                  <a:fillRect/>
                </a:stretch>
              </p:blipFill>
              <p:spPr>
                <a:xfrm>
                  <a:off x="7960343" y="1135892"/>
                  <a:ext cx="360000" cy="720000"/>
                </a:xfrm>
                <a:prstGeom prst="rect">
                  <a:avLst/>
                </a:prstGeom>
              </p:spPr>
            </p:pic>
            <p:sp>
              <p:nvSpPr>
                <p:cNvPr id="90" name="矩形 89">
                  <a:extLst>
                    <a:ext uri="{FF2B5EF4-FFF2-40B4-BE49-F238E27FC236}">
                      <a16:creationId xmlns:a16="http://schemas.microsoft.com/office/drawing/2014/main" id="{576E865D-0731-4FEF-A078-C961294F564A}"/>
                    </a:ext>
                  </a:extLst>
                </p:cNvPr>
                <p:cNvSpPr/>
                <p:nvPr/>
              </p:nvSpPr>
              <p:spPr>
                <a:xfrm>
                  <a:off x="7951343" y="112689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6" name="组合 25">
                <a:extLst>
                  <a:ext uri="{FF2B5EF4-FFF2-40B4-BE49-F238E27FC236}">
                    <a16:creationId xmlns:a16="http://schemas.microsoft.com/office/drawing/2014/main" id="{B0C107DE-E4B5-4A64-82F5-80503C4C8ED9}"/>
                  </a:ext>
                </a:extLst>
              </p:cNvPr>
              <p:cNvGrpSpPr/>
              <p:nvPr/>
            </p:nvGrpSpPr>
            <p:grpSpPr>
              <a:xfrm>
                <a:off x="8532000" y="2695920"/>
                <a:ext cx="378000" cy="738000"/>
                <a:chOff x="8384477" y="1126892"/>
                <a:chExt cx="378000" cy="738000"/>
              </a:xfrm>
            </p:grpSpPr>
            <p:pic>
              <p:nvPicPr>
                <p:cNvPr id="87" name="图片 86">
                  <a:extLst>
                    <a:ext uri="{FF2B5EF4-FFF2-40B4-BE49-F238E27FC236}">
                      <a16:creationId xmlns:a16="http://schemas.microsoft.com/office/drawing/2014/main" id="{50BD1562-66D8-4683-8A15-CC3E3A58B18F}"/>
                    </a:ext>
                  </a:extLst>
                </p:cNvPr>
                <p:cNvPicPr>
                  <a:picLocks/>
                </p:cNvPicPr>
                <p:nvPr/>
              </p:nvPicPr>
              <p:blipFill>
                <a:blip r:embed="rId31">
                  <a:extLst>
                    <a:ext uri="{28A0092B-C50C-407E-A947-70E740481C1C}">
                      <a14:useLocalDpi xmlns:a14="http://schemas.microsoft.com/office/drawing/2010/main" val="0"/>
                    </a:ext>
                  </a:extLst>
                </a:blip>
                <a:stretch>
                  <a:fillRect/>
                </a:stretch>
              </p:blipFill>
              <p:spPr>
                <a:xfrm>
                  <a:off x="8393477" y="1135892"/>
                  <a:ext cx="360000" cy="720000"/>
                </a:xfrm>
                <a:prstGeom prst="rect">
                  <a:avLst/>
                </a:prstGeom>
              </p:spPr>
            </p:pic>
            <p:sp>
              <p:nvSpPr>
                <p:cNvPr id="88" name="矩形 87">
                  <a:extLst>
                    <a:ext uri="{FF2B5EF4-FFF2-40B4-BE49-F238E27FC236}">
                      <a16:creationId xmlns:a16="http://schemas.microsoft.com/office/drawing/2014/main" id="{79BF3531-1305-4B5B-A1FC-ABAD25DD44D6}"/>
                    </a:ext>
                  </a:extLst>
                </p:cNvPr>
                <p:cNvSpPr/>
                <p:nvPr/>
              </p:nvSpPr>
              <p:spPr>
                <a:xfrm>
                  <a:off x="8384477" y="112689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7" name="组合 26">
                <a:extLst>
                  <a:ext uri="{FF2B5EF4-FFF2-40B4-BE49-F238E27FC236}">
                    <a16:creationId xmlns:a16="http://schemas.microsoft.com/office/drawing/2014/main" id="{454E23AF-D4BF-4127-87DC-BC8460A2AFAC}"/>
                  </a:ext>
                </a:extLst>
              </p:cNvPr>
              <p:cNvGrpSpPr/>
              <p:nvPr/>
            </p:nvGrpSpPr>
            <p:grpSpPr>
              <a:xfrm>
                <a:off x="9396000" y="2695920"/>
                <a:ext cx="378000" cy="738000"/>
                <a:chOff x="9179980" y="1126892"/>
                <a:chExt cx="378000" cy="738000"/>
              </a:xfrm>
            </p:grpSpPr>
            <p:pic>
              <p:nvPicPr>
                <p:cNvPr id="85" name="图片 84">
                  <a:extLst>
                    <a:ext uri="{FF2B5EF4-FFF2-40B4-BE49-F238E27FC236}">
                      <a16:creationId xmlns:a16="http://schemas.microsoft.com/office/drawing/2014/main" id="{0446F710-9896-4963-BA97-35B6684C8617}"/>
                    </a:ext>
                  </a:extLst>
                </p:cNvPr>
                <p:cNvPicPr>
                  <a:picLocks/>
                </p:cNvPicPr>
                <p:nvPr/>
              </p:nvPicPr>
              <p:blipFill>
                <a:blip r:embed="rId32">
                  <a:extLst>
                    <a:ext uri="{28A0092B-C50C-407E-A947-70E740481C1C}">
                      <a14:useLocalDpi xmlns:a14="http://schemas.microsoft.com/office/drawing/2010/main" val="0"/>
                    </a:ext>
                  </a:extLst>
                </a:blip>
                <a:stretch>
                  <a:fillRect/>
                </a:stretch>
              </p:blipFill>
              <p:spPr>
                <a:xfrm>
                  <a:off x="9188980" y="1135892"/>
                  <a:ext cx="360000" cy="720000"/>
                </a:xfrm>
                <a:prstGeom prst="rect">
                  <a:avLst/>
                </a:prstGeom>
              </p:spPr>
            </p:pic>
            <p:sp>
              <p:nvSpPr>
                <p:cNvPr id="86" name="矩形 85">
                  <a:extLst>
                    <a:ext uri="{FF2B5EF4-FFF2-40B4-BE49-F238E27FC236}">
                      <a16:creationId xmlns:a16="http://schemas.microsoft.com/office/drawing/2014/main" id="{09A65809-9818-4535-9E71-4CF810FB86AA}"/>
                    </a:ext>
                  </a:extLst>
                </p:cNvPr>
                <p:cNvSpPr/>
                <p:nvPr/>
              </p:nvSpPr>
              <p:spPr>
                <a:xfrm>
                  <a:off x="9179980" y="112689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8" name="组合 27">
                <a:extLst>
                  <a:ext uri="{FF2B5EF4-FFF2-40B4-BE49-F238E27FC236}">
                    <a16:creationId xmlns:a16="http://schemas.microsoft.com/office/drawing/2014/main" id="{96536A61-E304-42E7-8D38-55BC8819D176}"/>
                  </a:ext>
                </a:extLst>
              </p:cNvPr>
              <p:cNvGrpSpPr/>
              <p:nvPr/>
            </p:nvGrpSpPr>
            <p:grpSpPr>
              <a:xfrm>
                <a:off x="9828000" y="2695920"/>
                <a:ext cx="378000" cy="738000"/>
                <a:chOff x="9499217" y="1126892"/>
                <a:chExt cx="378000" cy="738000"/>
              </a:xfrm>
            </p:grpSpPr>
            <p:pic>
              <p:nvPicPr>
                <p:cNvPr id="83" name="图片 82">
                  <a:extLst>
                    <a:ext uri="{FF2B5EF4-FFF2-40B4-BE49-F238E27FC236}">
                      <a16:creationId xmlns:a16="http://schemas.microsoft.com/office/drawing/2014/main" id="{6F2D8582-18E4-447D-8FE6-B462E56B1D29}"/>
                    </a:ext>
                  </a:extLst>
                </p:cNvPr>
                <p:cNvPicPr>
                  <a:picLocks/>
                </p:cNvPicPr>
                <p:nvPr/>
              </p:nvPicPr>
              <p:blipFill>
                <a:blip r:embed="rId33">
                  <a:extLst>
                    <a:ext uri="{28A0092B-C50C-407E-A947-70E740481C1C}">
                      <a14:useLocalDpi xmlns:a14="http://schemas.microsoft.com/office/drawing/2010/main" val="0"/>
                    </a:ext>
                  </a:extLst>
                </a:blip>
                <a:stretch>
                  <a:fillRect/>
                </a:stretch>
              </p:blipFill>
              <p:spPr>
                <a:xfrm>
                  <a:off x="9508217" y="1135892"/>
                  <a:ext cx="360000" cy="720000"/>
                </a:xfrm>
                <a:prstGeom prst="rect">
                  <a:avLst/>
                </a:prstGeom>
              </p:spPr>
            </p:pic>
            <p:sp>
              <p:nvSpPr>
                <p:cNvPr id="84" name="矩形 83">
                  <a:extLst>
                    <a:ext uri="{FF2B5EF4-FFF2-40B4-BE49-F238E27FC236}">
                      <a16:creationId xmlns:a16="http://schemas.microsoft.com/office/drawing/2014/main" id="{2978B512-F670-4DC1-80FA-85D2491F83BD}"/>
                    </a:ext>
                  </a:extLst>
                </p:cNvPr>
                <p:cNvSpPr/>
                <p:nvPr/>
              </p:nvSpPr>
              <p:spPr>
                <a:xfrm>
                  <a:off x="9499217" y="112689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9" name="组合 28">
                <a:extLst>
                  <a:ext uri="{FF2B5EF4-FFF2-40B4-BE49-F238E27FC236}">
                    <a16:creationId xmlns:a16="http://schemas.microsoft.com/office/drawing/2014/main" id="{0969BB09-F1A9-4E9E-A4F3-91880C510305}"/>
                  </a:ext>
                </a:extLst>
              </p:cNvPr>
              <p:cNvGrpSpPr/>
              <p:nvPr/>
            </p:nvGrpSpPr>
            <p:grpSpPr>
              <a:xfrm>
                <a:off x="5940000" y="3488348"/>
                <a:ext cx="378000" cy="738000"/>
                <a:chOff x="5907379" y="1969986"/>
                <a:chExt cx="378000" cy="738000"/>
              </a:xfrm>
            </p:grpSpPr>
            <p:pic>
              <p:nvPicPr>
                <p:cNvPr id="81" name="图片 80">
                  <a:extLst>
                    <a:ext uri="{FF2B5EF4-FFF2-40B4-BE49-F238E27FC236}">
                      <a16:creationId xmlns:a16="http://schemas.microsoft.com/office/drawing/2014/main" id="{9061CAF8-CB4B-4422-9379-50A673750F3D}"/>
                    </a:ext>
                  </a:extLst>
                </p:cNvPr>
                <p:cNvPicPr>
                  <a:picLocks/>
                </p:cNvPicPr>
                <p:nvPr/>
              </p:nvPicPr>
              <p:blipFill>
                <a:blip r:embed="rId34">
                  <a:extLst>
                    <a:ext uri="{28A0092B-C50C-407E-A947-70E740481C1C}">
                      <a14:useLocalDpi xmlns:a14="http://schemas.microsoft.com/office/drawing/2010/main" val="0"/>
                    </a:ext>
                  </a:extLst>
                </a:blip>
                <a:stretch>
                  <a:fillRect/>
                </a:stretch>
              </p:blipFill>
              <p:spPr>
                <a:xfrm>
                  <a:off x="5916379" y="1978986"/>
                  <a:ext cx="360000" cy="720000"/>
                </a:xfrm>
                <a:prstGeom prst="rect">
                  <a:avLst/>
                </a:prstGeom>
              </p:spPr>
            </p:pic>
            <p:sp>
              <p:nvSpPr>
                <p:cNvPr id="82" name="矩形 81">
                  <a:extLst>
                    <a:ext uri="{FF2B5EF4-FFF2-40B4-BE49-F238E27FC236}">
                      <a16:creationId xmlns:a16="http://schemas.microsoft.com/office/drawing/2014/main" id="{85BC5420-960F-41C0-9B26-7D8AA3F806F3}"/>
                    </a:ext>
                  </a:extLst>
                </p:cNvPr>
                <p:cNvSpPr/>
                <p:nvPr/>
              </p:nvSpPr>
              <p:spPr>
                <a:xfrm>
                  <a:off x="5907379" y="1969986"/>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0" name="组合 29">
                <a:extLst>
                  <a:ext uri="{FF2B5EF4-FFF2-40B4-BE49-F238E27FC236}">
                    <a16:creationId xmlns:a16="http://schemas.microsoft.com/office/drawing/2014/main" id="{21CBD4D3-5ED7-43F7-B0CA-3A88A006E4B2}"/>
                  </a:ext>
                </a:extLst>
              </p:cNvPr>
              <p:cNvGrpSpPr/>
              <p:nvPr/>
            </p:nvGrpSpPr>
            <p:grpSpPr>
              <a:xfrm>
                <a:off x="6804000" y="3488348"/>
                <a:ext cx="378000" cy="738000"/>
                <a:chOff x="6704327" y="1969986"/>
                <a:chExt cx="378000" cy="738000"/>
              </a:xfrm>
            </p:grpSpPr>
            <p:pic>
              <p:nvPicPr>
                <p:cNvPr id="79" name="图片 78">
                  <a:extLst>
                    <a:ext uri="{FF2B5EF4-FFF2-40B4-BE49-F238E27FC236}">
                      <a16:creationId xmlns:a16="http://schemas.microsoft.com/office/drawing/2014/main" id="{2DBAEF48-7030-40DB-BA39-8AAD84744F04}"/>
                    </a:ext>
                  </a:extLst>
                </p:cNvPr>
                <p:cNvPicPr>
                  <a:picLocks/>
                </p:cNvPicPr>
                <p:nvPr/>
              </p:nvPicPr>
              <p:blipFill>
                <a:blip r:embed="rId35">
                  <a:extLst>
                    <a:ext uri="{28A0092B-C50C-407E-A947-70E740481C1C}">
                      <a14:useLocalDpi xmlns:a14="http://schemas.microsoft.com/office/drawing/2010/main" val="0"/>
                    </a:ext>
                  </a:extLst>
                </a:blip>
                <a:stretch>
                  <a:fillRect/>
                </a:stretch>
              </p:blipFill>
              <p:spPr>
                <a:xfrm>
                  <a:off x="6713327" y="1978986"/>
                  <a:ext cx="360000" cy="720000"/>
                </a:xfrm>
                <a:prstGeom prst="rect">
                  <a:avLst/>
                </a:prstGeom>
              </p:spPr>
            </p:pic>
            <p:sp>
              <p:nvSpPr>
                <p:cNvPr id="80" name="矩形 79">
                  <a:extLst>
                    <a:ext uri="{FF2B5EF4-FFF2-40B4-BE49-F238E27FC236}">
                      <a16:creationId xmlns:a16="http://schemas.microsoft.com/office/drawing/2014/main" id="{5BCB18AB-0E8F-4196-B688-C656C895CDE8}"/>
                    </a:ext>
                  </a:extLst>
                </p:cNvPr>
                <p:cNvSpPr/>
                <p:nvPr/>
              </p:nvSpPr>
              <p:spPr>
                <a:xfrm>
                  <a:off x="6704327" y="1969986"/>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1" name="组合 30">
                <a:extLst>
                  <a:ext uri="{FF2B5EF4-FFF2-40B4-BE49-F238E27FC236}">
                    <a16:creationId xmlns:a16="http://schemas.microsoft.com/office/drawing/2014/main" id="{B748874B-8829-42CB-B8CC-6C285C4CC956}"/>
                  </a:ext>
                </a:extLst>
              </p:cNvPr>
              <p:cNvGrpSpPr/>
              <p:nvPr/>
            </p:nvGrpSpPr>
            <p:grpSpPr>
              <a:xfrm>
                <a:off x="7668000" y="3488348"/>
                <a:ext cx="378000" cy="738000"/>
                <a:chOff x="7514181" y="1969986"/>
                <a:chExt cx="378000" cy="738000"/>
              </a:xfrm>
            </p:grpSpPr>
            <p:pic>
              <p:nvPicPr>
                <p:cNvPr id="77" name="图片 76">
                  <a:extLst>
                    <a:ext uri="{FF2B5EF4-FFF2-40B4-BE49-F238E27FC236}">
                      <a16:creationId xmlns:a16="http://schemas.microsoft.com/office/drawing/2014/main" id="{3883633C-2E44-4AA9-B75E-B121E858E645}"/>
                    </a:ext>
                  </a:extLst>
                </p:cNvPr>
                <p:cNvPicPr>
                  <a:picLocks/>
                </p:cNvPicPr>
                <p:nvPr/>
              </p:nvPicPr>
              <p:blipFill>
                <a:blip r:embed="rId36">
                  <a:extLst>
                    <a:ext uri="{28A0092B-C50C-407E-A947-70E740481C1C}">
                      <a14:useLocalDpi xmlns:a14="http://schemas.microsoft.com/office/drawing/2010/main" val="0"/>
                    </a:ext>
                  </a:extLst>
                </a:blip>
                <a:stretch>
                  <a:fillRect/>
                </a:stretch>
              </p:blipFill>
              <p:spPr>
                <a:xfrm>
                  <a:off x="7523181" y="1978986"/>
                  <a:ext cx="360000" cy="720000"/>
                </a:xfrm>
                <a:prstGeom prst="rect">
                  <a:avLst/>
                </a:prstGeom>
              </p:spPr>
            </p:pic>
            <p:sp>
              <p:nvSpPr>
                <p:cNvPr id="78" name="矩形 77">
                  <a:extLst>
                    <a:ext uri="{FF2B5EF4-FFF2-40B4-BE49-F238E27FC236}">
                      <a16:creationId xmlns:a16="http://schemas.microsoft.com/office/drawing/2014/main" id="{BD455C19-1F7B-451A-BF8B-7BD797071699}"/>
                    </a:ext>
                  </a:extLst>
                </p:cNvPr>
                <p:cNvSpPr/>
                <p:nvPr/>
              </p:nvSpPr>
              <p:spPr>
                <a:xfrm>
                  <a:off x="7514181" y="1969986"/>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2" name="组合 31">
                <a:extLst>
                  <a:ext uri="{FF2B5EF4-FFF2-40B4-BE49-F238E27FC236}">
                    <a16:creationId xmlns:a16="http://schemas.microsoft.com/office/drawing/2014/main" id="{E78D2BEA-7072-4216-B24E-EBC698083D0E}"/>
                  </a:ext>
                </a:extLst>
              </p:cNvPr>
              <p:cNvGrpSpPr/>
              <p:nvPr/>
            </p:nvGrpSpPr>
            <p:grpSpPr>
              <a:xfrm>
                <a:off x="6372000" y="3488348"/>
                <a:ext cx="378000" cy="738000"/>
                <a:chOff x="6341561" y="1969986"/>
                <a:chExt cx="378000" cy="738000"/>
              </a:xfrm>
            </p:grpSpPr>
            <p:pic>
              <p:nvPicPr>
                <p:cNvPr id="75" name="图片 74">
                  <a:extLst>
                    <a:ext uri="{FF2B5EF4-FFF2-40B4-BE49-F238E27FC236}">
                      <a16:creationId xmlns:a16="http://schemas.microsoft.com/office/drawing/2014/main" id="{C4B7F1A7-83D3-468C-9C2B-57995B57BC25}"/>
                    </a:ext>
                  </a:extLst>
                </p:cNvPr>
                <p:cNvPicPr>
                  <a:picLocks/>
                </p:cNvPicPr>
                <p:nvPr/>
              </p:nvPicPr>
              <p:blipFill>
                <a:blip r:embed="rId37">
                  <a:extLst>
                    <a:ext uri="{28A0092B-C50C-407E-A947-70E740481C1C}">
                      <a14:useLocalDpi xmlns:a14="http://schemas.microsoft.com/office/drawing/2010/main" val="0"/>
                    </a:ext>
                  </a:extLst>
                </a:blip>
                <a:stretch>
                  <a:fillRect/>
                </a:stretch>
              </p:blipFill>
              <p:spPr>
                <a:xfrm>
                  <a:off x="6350561" y="1978986"/>
                  <a:ext cx="360000" cy="720000"/>
                </a:xfrm>
                <a:prstGeom prst="rect">
                  <a:avLst/>
                </a:prstGeom>
              </p:spPr>
            </p:pic>
            <p:sp>
              <p:nvSpPr>
                <p:cNvPr id="76" name="矩形 75">
                  <a:extLst>
                    <a:ext uri="{FF2B5EF4-FFF2-40B4-BE49-F238E27FC236}">
                      <a16:creationId xmlns:a16="http://schemas.microsoft.com/office/drawing/2014/main" id="{FBF18B51-9F73-4B64-BCE1-DDD72C4CEDEA}"/>
                    </a:ext>
                  </a:extLst>
                </p:cNvPr>
                <p:cNvSpPr/>
                <p:nvPr/>
              </p:nvSpPr>
              <p:spPr>
                <a:xfrm>
                  <a:off x="6341561" y="1969986"/>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3" name="组合 32">
                <a:extLst>
                  <a:ext uri="{FF2B5EF4-FFF2-40B4-BE49-F238E27FC236}">
                    <a16:creationId xmlns:a16="http://schemas.microsoft.com/office/drawing/2014/main" id="{904A6895-3978-4613-958D-3476292302C0}"/>
                  </a:ext>
                </a:extLst>
              </p:cNvPr>
              <p:cNvGrpSpPr/>
              <p:nvPr/>
            </p:nvGrpSpPr>
            <p:grpSpPr>
              <a:xfrm>
                <a:off x="7236000" y="3488348"/>
                <a:ext cx="378000" cy="738000"/>
                <a:chOff x="7104818" y="1969986"/>
                <a:chExt cx="378000" cy="738000"/>
              </a:xfrm>
            </p:grpSpPr>
            <p:pic>
              <p:nvPicPr>
                <p:cNvPr id="73" name="图片 72">
                  <a:extLst>
                    <a:ext uri="{FF2B5EF4-FFF2-40B4-BE49-F238E27FC236}">
                      <a16:creationId xmlns:a16="http://schemas.microsoft.com/office/drawing/2014/main" id="{8CF1625F-E9B4-42F0-A937-7B96FF0C0392}"/>
                    </a:ext>
                  </a:extLst>
                </p:cNvPr>
                <p:cNvPicPr>
                  <a:picLocks/>
                </p:cNvPicPr>
                <p:nvPr/>
              </p:nvPicPr>
              <p:blipFill>
                <a:blip r:embed="rId33">
                  <a:extLst>
                    <a:ext uri="{28A0092B-C50C-407E-A947-70E740481C1C}">
                      <a14:useLocalDpi xmlns:a14="http://schemas.microsoft.com/office/drawing/2010/main" val="0"/>
                    </a:ext>
                  </a:extLst>
                </a:blip>
                <a:stretch>
                  <a:fillRect/>
                </a:stretch>
              </p:blipFill>
              <p:spPr>
                <a:xfrm>
                  <a:off x="7113818" y="1978986"/>
                  <a:ext cx="360000" cy="720000"/>
                </a:xfrm>
                <a:prstGeom prst="rect">
                  <a:avLst/>
                </a:prstGeom>
              </p:spPr>
            </p:pic>
            <p:sp>
              <p:nvSpPr>
                <p:cNvPr id="74" name="矩形 73">
                  <a:extLst>
                    <a:ext uri="{FF2B5EF4-FFF2-40B4-BE49-F238E27FC236}">
                      <a16:creationId xmlns:a16="http://schemas.microsoft.com/office/drawing/2014/main" id="{106EC5C2-B706-49B2-90F1-31BBB966C76A}"/>
                    </a:ext>
                  </a:extLst>
                </p:cNvPr>
                <p:cNvSpPr/>
                <p:nvPr/>
              </p:nvSpPr>
              <p:spPr>
                <a:xfrm>
                  <a:off x="7104818" y="1969986"/>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4" name="组合 33">
                <a:extLst>
                  <a:ext uri="{FF2B5EF4-FFF2-40B4-BE49-F238E27FC236}">
                    <a16:creationId xmlns:a16="http://schemas.microsoft.com/office/drawing/2014/main" id="{C677FAAE-71E0-448D-98F2-FC2D3FA3437E}"/>
                  </a:ext>
                </a:extLst>
              </p:cNvPr>
              <p:cNvGrpSpPr/>
              <p:nvPr/>
            </p:nvGrpSpPr>
            <p:grpSpPr>
              <a:xfrm>
                <a:off x="8100000" y="3488348"/>
                <a:ext cx="378000" cy="738000"/>
                <a:chOff x="7906320" y="1969986"/>
                <a:chExt cx="378000" cy="738000"/>
              </a:xfrm>
            </p:grpSpPr>
            <p:pic>
              <p:nvPicPr>
                <p:cNvPr id="71" name="图片 70">
                  <a:extLst>
                    <a:ext uri="{FF2B5EF4-FFF2-40B4-BE49-F238E27FC236}">
                      <a16:creationId xmlns:a16="http://schemas.microsoft.com/office/drawing/2014/main" id="{87F4261B-204B-47FB-81FA-0603E3AC5367}"/>
                    </a:ext>
                  </a:extLst>
                </p:cNvPr>
                <p:cNvPicPr>
                  <a:picLocks/>
                </p:cNvPicPr>
                <p:nvPr/>
              </p:nvPicPr>
              <p:blipFill>
                <a:blip r:embed="rId38">
                  <a:extLst>
                    <a:ext uri="{28A0092B-C50C-407E-A947-70E740481C1C}">
                      <a14:useLocalDpi xmlns:a14="http://schemas.microsoft.com/office/drawing/2010/main" val="0"/>
                    </a:ext>
                  </a:extLst>
                </a:blip>
                <a:stretch>
                  <a:fillRect/>
                </a:stretch>
              </p:blipFill>
              <p:spPr>
                <a:xfrm>
                  <a:off x="7915320" y="1978986"/>
                  <a:ext cx="360000" cy="720000"/>
                </a:xfrm>
                <a:prstGeom prst="rect">
                  <a:avLst/>
                </a:prstGeom>
              </p:spPr>
            </p:pic>
            <p:sp>
              <p:nvSpPr>
                <p:cNvPr id="72" name="矩形 71">
                  <a:extLst>
                    <a:ext uri="{FF2B5EF4-FFF2-40B4-BE49-F238E27FC236}">
                      <a16:creationId xmlns:a16="http://schemas.microsoft.com/office/drawing/2014/main" id="{85BDFB34-ADFE-4CF4-9CC2-AACB2D68CD17}"/>
                    </a:ext>
                  </a:extLst>
                </p:cNvPr>
                <p:cNvSpPr/>
                <p:nvPr/>
              </p:nvSpPr>
              <p:spPr>
                <a:xfrm>
                  <a:off x="7906320" y="1969986"/>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5" name="组合 34">
                <a:extLst>
                  <a:ext uri="{FF2B5EF4-FFF2-40B4-BE49-F238E27FC236}">
                    <a16:creationId xmlns:a16="http://schemas.microsoft.com/office/drawing/2014/main" id="{883777E6-0EBB-4D6D-B8D4-766EB586CB16}"/>
                  </a:ext>
                </a:extLst>
              </p:cNvPr>
              <p:cNvGrpSpPr/>
              <p:nvPr/>
            </p:nvGrpSpPr>
            <p:grpSpPr>
              <a:xfrm>
                <a:off x="8964000" y="4281640"/>
                <a:ext cx="378000" cy="738000"/>
                <a:chOff x="8772278" y="2831748"/>
                <a:chExt cx="378000" cy="738000"/>
              </a:xfrm>
            </p:grpSpPr>
            <p:pic>
              <p:nvPicPr>
                <p:cNvPr id="69" name="图片 68">
                  <a:extLst>
                    <a:ext uri="{FF2B5EF4-FFF2-40B4-BE49-F238E27FC236}">
                      <a16:creationId xmlns:a16="http://schemas.microsoft.com/office/drawing/2014/main" id="{5778A5F1-B2F7-443E-AB6B-E0892D14CDE1}"/>
                    </a:ext>
                  </a:extLst>
                </p:cNvPr>
                <p:cNvPicPr>
                  <a:picLocks/>
                </p:cNvPicPr>
                <p:nvPr/>
              </p:nvPicPr>
              <p:blipFill>
                <a:blip r:embed="rId36">
                  <a:extLst>
                    <a:ext uri="{28A0092B-C50C-407E-A947-70E740481C1C}">
                      <a14:useLocalDpi xmlns:a14="http://schemas.microsoft.com/office/drawing/2010/main" val="0"/>
                    </a:ext>
                  </a:extLst>
                </a:blip>
                <a:stretch>
                  <a:fillRect/>
                </a:stretch>
              </p:blipFill>
              <p:spPr>
                <a:xfrm>
                  <a:off x="8781278" y="2840748"/>
                  <a:ext cx="360000" cy="720000"/>
                </a:xfrm>
                <a:prstGeom prst="rect">
                  <a:avLst/>
                </a:prstGeom>
              </p:spPr>
            </p:pic>
            <p:sp>
              <p:nvSpPr>
                <p:cNvPr id="70" name="矩形 69">
                  <a:extLst>
                    <a:ext uri="{FF2B5EF4-FFF2-40B4-BE49-F238E27FC236}">
                      <a16:creationId xmlns:a16="http://schemas.microsoft.com/office/drawing/2014/main" id="{E8BFF794-8E0F-4377-9DD7-686E6689BD87}"/>
                    </a:ext>
                  </a:extLst>
                </p:cNvPr>
                <p:cNvSpPr/>
                <p:nvPr/>
              </p:nvSpPr>
              <p:spPr>
                <a:xfrm>
                  <a:off x="8772278" y="2831748"/>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6" name="组合 35">
                <a:extLst>
                  <a:ext uri="{FF2B5EF4-FFF2-40B4-BE49-F238E27FC236}">
                    <a16:creationId xmlns:a16="http://schemas.microsoft.com/office/drawing/2014/main" id="{9F87F064-ADB7-43C4-8A48-0BD3B1782A11}"/>
                  </a:ext>
                </a:extLst>
              </p:cNvPr>
              <p:cNvGrpSpPr/>
              <p:nvPr/>
            </p:nvGrpSpPr>
            <p:grpSpPr>
              <a:xfrm>
                <a:off x="9396000" y="3488348"/>
                <a:ext cx="378000" cy="738000"/>
                <a:chOff x="9153338" y="1924920"/>
                <a:chExt cx="378000" cy="738000"/>
              </a:xfrm>
            </p:grpSpPr>
            <p:pic>
              <p:nvPicPr>
                <p:cNvPr id="67" name="图片 66">
                  <a:extLst>
                    <a:ext uri="{FF2B5EF4-FFF2-40B4-BE49-F238E27FC236}">
                      <a16:creationId xmlns:a16="http://schemas.microsoft.com/office/drawing/2014/main" id="{485B7B33-773E-4420-B7BE-8369306680D0}"/>
                    </a:ext>
                  </a:extLst>
                </p:cNvPr>
                <p:cNvPicPr>
                  <a:picLocks/>
                </p:cNvPicPr>
                <p:nvPr/>
              </p:nvPicPr>
              <p:blipFill>
                <a:blip r:embed="rId39">
                  <a:extLst>
                    <a:ext uri="{28A0092B-C50C-407E-A947-70E740481C1C}">
                      <a14:useLocalDpi xmlns:a14="http://schemas.microsoft.com/office/drawing/2010/main" val="0"/>
                    </a:ext>
                  </a:extLst>
                </a:blip>
                <a:stretch>
                  <a:fillRect/>
                </a:stretch>
              </p:blipFill>
              <p:spPr>
                <a:xfrm>
                  <a:off x="9162338" y="1933920"/>
                  <a:ext cx="360000" cy="720000"/>
                </a:xfrm>
                <a:prstGeom prst="rect">
                  <a:avLst/>
                </a:prstGeom>
              </p:spPr>
            </p:pic>
            <p:sp>
              <p:nvSpPr>
                <p:cNvPr id="68" name="矩形 67">
                  <a:extLst>
                    <a:ext uri="{FF2B5EF4-FFF2-40B4-BE49-F238E27FC236}">
                      <a16:creationId xmlns:a16="http://schemas.microsoft.com/office/drawing/2014/main" id="{BFC77F7F-1715-4E25-A2A3-4E32D48039CA}"/>
                    </a:ext>
                  </a:extLst>
                </p:cNvPr>
                <p:cNvSpPr/>
                <p:nvPr/>
              </p:nvSpPr>
              <p:spPr>
                <a:xfrm>
                  <a:off x="9153338" y="1924920"/>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7" name="组合 36">
                <a:extLst>
                  <a:ext uri="{FF2B5EF4-FFF2-40B4-BE49-F238E27FC236}">
                    <a16:creationId xmlns:a16="http://schemas.microsoft.com/office/drawing/2014/main" id="{DC9DD490-50EF-4597-A11F-450C74D4B447}"/>
                  </a:ext>
                </a:extLst>
              </p:cNvPr>
              <p:cNvGrpSpPr/>
              <p:nvPr/>
            </p:nvGrpSpPr>
            <p:grpSpPr>
              <a:xfrm>
                <a:off x="5940000" y="4281640"/>
                <a:ext cx="378000" cy="738000"/>
                <a:chOff x="5895933" y="2831855"/>
                <a:chExt cx="378000" cy="738000"/>
              </a:xfrm>
            </p:grpSpPr>
            <p:pic>
              <p:nvPicPr>
                <p:cNvPr id="65" name="图片 64">
                  <a:extLst>
                    <a:ext uri="{FF2B5EF4-FFF2-40B4-BE49-F238E27FC236}">
                      <a16:creationId xmlns:a16="http://schemas.microsoft.com/office/drawing/2014/main" id="{769C11B0-90B4-488A-8264-60E07B8E8417}"/>
                    </a:ext>
                  </a:extLst>
                </p:cNvPr>
                <p:cNvPicPr>
                  <a:picLocks/>
                </p:cNvPicPr>
                <p:nvPr/>
              </p:nvPicPr>
              <p:blipFill>
                <a:blip r:embed="rId25">
                  <a:extLst>
                    <a:ext uri="{28A0092B-C50C-407E-A947-70E740481C1C}">
                      <a14:useLocalDpi xmlns:a14="http://schemas.microsoft.com/office/drawing/2010/main" val="0"/>
                    </a:ext>
                  </a:extLst>
                </a:blip>
                <a:stretch>
                  <a:fillRect/>
                </a:stretch>
              </p:blipFill>
              <p:spPr>
                <a:xfrm>
                  <a:off x="5904933" y="2840855"/>
                  <a:ext cx="360000" cy="720000"/>
                </a:xfrm>
                <a:prstGeom prst="rect">
                  <a:avLst/>
                </a:prstGeom>
              </p:spPr>
            </p:pic>
            <p:sp>
              <p:nvSpPr>
                <p:cNvPr id="66" name="矩形 65">
                  <a:extLst>
                    <a:ext uri="{FF2B5EF4-FFF2-40B4-BE49-F238E27FC236}">
                      <a16:creationId xmlns:a16="http://schemas.microsoft.com/office/drawing/2014/main" id="{0150373E-3454-453E-9A97-F45BFAB40ACE}"/>
                    </a:ext>
                  </a:extLst>
                </p:cNvPr>
                <p:cNvSpPr/>
                <p:nvPr/>
              </p:nvSpPr>
              <p:spPr>
                <a:xfrm>
                  <a:off x="5895933" y="2831855"/>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8" name="组合 37">
                <a:extLst>
                  <a:ext uri="{FF2B5EF4-FFF2-40B4-BE49-F238E27FC236}">
                    <a16:creationId xmlns:a16="http://schemas.microsoft.com/office/drawing/2014/main" id="{74FA5F9A-B1C1-4AAE-875E-93ACC6A315FB}"/>
                  </a:ext>
                </a:extLst>
              </p:cNvPr>
              <p:cNvGrpSpPr/>
              <p:nvPr/>
            </p:nvGrpSpPr>
            <p:grpSpPr>
              <a:xfrm>
                <a:off x="6804000" y="4281640"/>
                <a:ext cx="378000" cy="738000"/>
                <a:chOff x="6713798" y="2865338"/>
                <a:chExt cx="378000" cy="738000"/>
              </a:xfrm>
            </p:grpSpPr>
            <p:pic>
              <p:nvPicPr>
                <p:cNvPr id="63" name="图片 62">
                  <a:extLst>
                    <a:ext uri="{FF2B5EF4-FFF2-40B4-BE49-F238E27FC236}">
                      <a16:creationId xmlns:a16="http://schemas.microsoft.com/office/drawing/2014/main" id="{AB61F526-22E3-4C3A-9BEE-7D3A0B59813D}"/>
                    </a:ext>
                  </a:extLst>
                </p:cNvPr>
                <p:cNvPicPr>
                  <a:picLocks/>
                </p:cNvPicPr>
                <p:nvPr/>
              </p:nvPicPr>
              <p:blipFill>
                <a:blip r:embed="rId33">
                  <a:extLst>
                    <a:ext uri="{28A0092B-C50C-407E-A947-70E740481C1C}">
                      <a14:useLocalDpi xmlns:a14="http://schemas.microsoft.com/office/drawing/2010/main" val="0"/>
                    </a:ext>
                  </a:extLst>
                </a:blip>
                <a:stretch>
                  <a:fillRect/>
                </a:stretch>
              </p:blipFill>
              <p:spPr>
                <a:xfrm>
                  <a:off x="6722798" y="2874338"/>
                  <a:ext cx="360000" cy="720000"/>
                </a:xfrm>
                <a:prstGeom prst="rect">
                  <a:avLst/>
                </a:prstGeom>
              </p:spPr>
            </p:pic>
            <p:sp>
              <p:nvSpPr>
                <p:cNvPr id="64" name="矩形 63">
                  <a:extLst>
                    <a:ext uri="{FF2B5EF4-FFF2-40B4-BE49-F238E27FC236}">
                      <a16:creationId xmlns:a16="http://schemas.microsoft.com/office/drawing/2014/main" id="{C1F0B0F0-CC64-4CBD-B930-70059382523D}"/>
                    </a:ext>
                  </a:extLst>
                </p:cNvPr>
                <p:cNvSpPr/>
                <p:nvPr/>
              </p:nvSpPr>
              <p:spPr>
                <a:xfrm>
                  <a:off x="6713798" y="2865338"/>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39" name="组合 38">
                <a:extLst>
                  <a:ext uri="{FF2B5EF4-FFF2-40B4-BE49-F238E27FC236}">
                    <a16:creationId xmlns:a16="http://schemas.microsoft.com/office/drawing/2014/main" id="{DAB9E3F4-746B-40B7-9AEF-FC8F700DE99E}"/>
                  </a:ext>
                </a:extLst>
              </p:cNvPr>
              <p:cNvGrpSpPr/>
              <p:nvPr/>
            </p:nvGrpSpPr>
            <p:grpSpPr>
              <a:xfrm>
                <a:off x="7668000" y="4281640"/>
                <a:ext cx="378000" cy="738000"/>
                <a:chOff x="7529131" y="2851405"/>
                <a:chExt cx="378000" cy="738000"/>
              </a:xfrm>
            </p:grpSpPr>
            <p:pic>
              <p:nvPicPr>
                <p:cNvPr id="61" name="图片 60">
                  <a:extLst>
                    <a:ext uri="{FF2B5EF4-FFF2-40B4-BE49-F238E27FC236}">
                      <a16:creationId xmlns:a16="http://schemas.microsoft.com/office/drawing/2014/main" id="{8E8578A3-3F02-4DAE-B679-EC87799B0698}"/>
                    </a:ext>
                  </a:extLst>
                </p:cNvPr>
                <p:cNvPicPr>
                  <a:picLocks/>
                </p:cNvPicPr>
                <p:nvPr/>
              </p:nvPicPr>
              <p:blipFill>
                <a:blip r:embed="rId26">
                  <a:extLst>
                    <a:ext uri="{28A0092B-C50C-407E-A947-70E740481C1C}">
                      <a14:useLocalDpi xmlns:a14="http://schemas.microsoft.com/office/drawing/2010/main" val="0"/>
                    </a:ext>
                  </a:extLst>
                </a:blip>
                <a:stretch>
                  <a:fillRect/>
                </a:stretch>
              </p:blipFill>
              <p:spPr>
                <a:xfrm>
                  <a:off x="7538131" y="2860405"/>
                  <a:ext cx="360000" cy="720000"/>
                </a:xfrm>
                <a:prstGeom prst="rect">
                  <a:avLst/>
                </a:prstGeom>
              </p:spPr>
            </p:pic>
            <p:sp>
              <p:nvSpPr>
                <p:cNvPr id="62" name="矩形 61">
                  <a:extLst>
                    <a:ext uri="{FF2B5EF4-FFF2-40B4-BE49-F238E27FC236}">
                      <a16:creationId xmlns:a16="http://schemas.microsoft.com/office/drawing/2014/main" id="{6B148772-B5DF-4A85-99C4-74979A55AD7C}"/>
                    </a:ext>
                  </a:extLst>
                </p:cNvPr>
                <p:cNvSpPr/>
                <p:nvPr/>
              </p:nvSpPr>
              <p:spPr>
                <a:xfrm>
                  <a:off x="7529131" y="2851405"/>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0" name="组合 39">
                <a:extLst>
                  <a:ext uri="{FF2B5EF4-FFF2-40B4-BE49-F238E27FC236}">
                    <a16:creationId xmlns:a16="http://schemas.microsoft.com/office/drawing/2014/main" id="{08700A9A-842D-41EC-A068-94E5B7CDB55B}"/>
                  </a:ext>
                </a:extLst>
              </p:cNvPr>
              <p:cNvGrpSpPr/>
              <p:nvPr/>
            </p:nvGrpSpPr>
            <p:grpSpPr>
              <a:xfrm>
                <a:off x="6372000" y="4281640"/>
                <a:ext cx="378000" cy="738000"/>
                <a:chOff x="6346241" y="2839778"/>
                <a:chExt cx="378000" cy="738000"/>
              </a:xfrm>
            </p:grpSpPr>
            <p:pic>
              <p:nvPicPr>
                <p:cNvPr id="59" name="图片 58">
                  <a:extLst>
                    <a:ext uri="{FF2B5EF4-FFF2-40B4-BE49-F238E27FC236}">
                      <a16:creationId xmlns:a16="http://schemas.microsoft.com/office/drawing/2014/main" id="{B31958C8-4EE5-4983-8CA2-589933D77EAC}"/>
                    </a:ext>
                  </a:extLst>
                </p:cNvPr>
                <p:cNvPicPr>
                  <a:picLocks/>
                </p:cNvPicPr>
                <p:nvPr/>
              </p:nvPicPr>
              <p:blipFill>
                <a:blip r:embed="rId37">
                  <a:extLst>
                    <a:ext uri="{28A0092B-C50C-407E-A947-70E740481C1C}">
                      <a14:useLocalDpi xmlns:a14="http://schemas.microsoft.com/office/drawing/2010/main" val="0"/>
                    </a:ext>
                  </a:extLst>
                </a:blip>
                <a:stretch>
                  <a:fillRect/>
                </a:stretch>
              </p:blipFill>
              <p:spPr>
                <a:xfrm>
                  <a:off x="6355241" y="2848778"/>
                  <a:ext cx="360000" cy="720000"/>
                </a:xfrm>
                <a:prstGeom prst="rect">
                  <a:avLst/>
                </a:prstGeom>
              </p:spPr>
            </p:pic>
            <p:sp>
              <p:nvSpPr>
                <p:cNvPr id="60" name="矩形 59">
                  <a:extLst>
                    <a:ext uri="{FF2B5EF4-FFF2-40B4-BE49-F238E27FC236}">
                      <a16:creationId xmlns:a16="http://schemas.microsoft.com/office/drawing/2014/main" id="{3790249E-2F0B-4ADF-9BCA-ECD7F6D868EB}"/>
                    </a:ext>
                  </a:extLst>
                </p:cNvPr>
                <p:cNvSpPr/>
                <p:nvPr/>
              </p:nvSpPr>
              <p:spPr>
                <a:xfrm>
                  <a:off x="6346241" y="2839778"/>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1" name="组合 40">
                <a:extLst>
                  <a:ext uri="{FF2B5EF4-FFF2-40B4-BE49-F238E27FC236}">
                    <a16:creationId xmlns:a16="http://schemas.microsoft.com/office/drawing/2014/main" id="{486A8C49-F865-4040-B680-1B293EEFD41E}"/>
                  </a:ext>
                </a:extLst>
              </p:cNvPr>
              <p:cNvGrpSpPr/>
              <p:nvPr/>
            </p:nvGrpSpPr>
            <p:grpSpPr>
              <a:xfrm>
                <a:off x="7236000" y="4281640"/>
                <a:ext cx="378000" cy="738000"/>
                <a:chOff x="7117027" y="2837990"/>
                <a:chExt cx="378000" cy="738000"/>
              </a:xfrm>
            </p:grpSpPr>
            <p:pic>
              <p:nvPicPr>
                <p:cNvPr id="57" name="图片 56">
                  <a:extLst>
                    <a:ext uri="{FF2B5EF4-FFF2-40B4-BE49-F238E27FC236}">
                      <a16:creationId xmlns:a16="http://schemas.microsoft.com/office/drawing/2014/main" id="{08A44663-4166-4AF5-A552-1D5187205840}"/>
                    </a:ext>
                  </a:extLst>
                </p:cNvPr>
                <p:cNvPicPr>
                  <a:picLocks/>
                </p:cNvPicPr>
                <p:nvPr/>
              </p:nvPicPr>
              <p:blipFill>
                <a:blip r:embed="rId35">
                  <a:extLst>
                    <a:ext uri="{28A0092B-C50C-407E-A947-70E740481C1C}">
                      <a14:useLocalDpi xmlns:a14="http://schemas.microsoft.com/office/drawing/2010/main" val="0"/>
                    </a:ext>
                  </a:extLst>
                </a:blip>
                <a:stretch>
                  <a:fillRect/>
                </a:stretch>
              </p:blipFill>
              <p:spPr>
                <a:xfrm>
                  <a:off x="7126027" y="2846990"/>
                  <a:ext cx="360000" cy="720000"/>
                </a:xfrm>
                <a:prstGeom prst="rect">
                  <a:avLst/>
                </a:prstGeom>
              </p:spPr>
            </p:pic>
            <p:sp>
              <p:nvSpPr>
                <p:cNvPr id="58" name="矩形 57">
                  <a:extLst>
                    <a:ext uri="{FF2B5EF4-FFF2-40B4-BE49-F238E27FC236}">
                      <a16:creationId xmlns:a16="http://schemas.microsoft.com/office/drawing/2014/main" id="{E202025C-05DD-4D84-8874-7961D5D278EB}"/>
                    </a:ext>
                  </a:extLst>
                </p:cNvPr>
                <p:cNvSpPr/>
                <p:nvPr/>
              </p:nvSpPr>
              <p:spPr>
                <a:xfrm>
                  <a:off x="7117027" y="2837990"/>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2" name="组合 41">
                <a:extLst>
                  <a:ext uri="{FF2B5EF4-FFF2-40B4-BE49-F238E27FC236}">
                    <a16:creationId xmlns:a16="http://schemas.microsoft.com/office/drawing/2014/main" id="{685949EF-188F-4F54-ABD1-7550F67BA2A5}"/>
                  </a:ext>
                </a:extLst>
              </p:cNvPr>
              <p:cNvGrpSpPr/>
              <p:nvPr/>
            </p:nvGrpSpPr>
            <p:grpSpPr>
              <a:xfrm>
                <a:off x="8100000" y="4281640"/>
                <a:ext cx="378000" cy="738000"/>
                <a:chOff x="7911210" y="2839502"/>
                <a:chExt cx="378000" cy="738000"/>
              </a:xfrm>
            </p:grpSpPr>
            <p:pic>
              <p:nvPicPr>
                <p:cNvPr id="55" name="图片 54">
                  <a:extLst>
                    <a:ext uri="{FF2B5EF4-FFF2-40B4-BE49-F238E27FC236}">
                      <a16:creationId xmlns:a16="http://schemas.microsoft.com/office/drawing/2014/main" id="{8B342A28-20FF-4C7E-ADE8-52645B0AF533}"/>
                    </a:ext>
                  </a:extLst>
                </p:cNvPr>
                <p:cNvPicPr>
                  <a:picLocks/>
                </p:cNvPicPr>
                <p:nvPr/>
              </p:nvPicPr>
              <p:blipFill>
                <a:blip r:embed="rId28">
                  <a:extLst>
                    <a:ext uri="{28A0092B-C50C-407E-A947-70E740481C1C}">
                      <a14:useLocalDpi xmlns:a14="http://schemas.microsoft.com/office/drawing/2010/main" val="0"/>
                    </a:ext>
                  </a:extLst>
                </a:blip>
                <a:stretch>
                  <a:fillRect/>
                </a:stretch>
              </p:blipFill>
              <p:spPr>
                <a:xfrm>
                  <a:off x="7920210" y="2848502"/>
                  <a:ext cx="360000" cy="720000"/>
                </a:xfrm>
                <a:prstGeom prst="rect">
                  <a:avLst/>
                </a:prstGeom>
              </p:spPr>
            </p:pic>
            <p:sp>
              <p:nvSpPr>
                <p:cNvPr id="56" name="矩形 55">
                  <a:extLst>
                    <a:ext uri="{FF2B5EF4-FFF2-40B4-BE49-F238E27FC236}">
                      <a16:creationId xmlns:a16="http://schemas.microsoft.com/office/drawing/2014/main" id="{B9204557-45F8-4BF4-817E-F6AA2298679F}"/>
                    </a:ext>
                  </a:extLst>
                </p:cNvPr>
                <p:cNvSpPr/>
                <p:nvPr/>
              </p:nvSpPr>
              <p:spPr>
                <a:xfrm>
                  <a:off x="7911210" y="283950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3" name="组合 42">
                <a:extLst>
                  <a:ext uri="{FF2B5EF4-FFF2-40B4-BE49-F238E27FC236}">
                    <a16:creationId xmlns:a16="http://schemas.microsoft.com/office/drawing/2014/main" id="{71791B83-2E47-41AC-AB60-67EC19E7BE3F}"/>
                  </a:ext>
                </a:extLst>
              </p:cNvPr>
              <p:cNvGrpSpPr/>
              <p:nvPr/>
            </p:nvGrpSpPr>
            <p:grpSpPr>
              <a:xfrm>
                <a:off x="8532000" y="4281640"/>
                <a:ext cx="378000" cy="738000"/>
                <a:chOff x="8356208" y="2818278"/>
                <a:chExt cx="378000" cy="738000"/>
              </a:xfrm>
            </p:grpSpPr>
            <p:pic>
              <p:nvPicPr>
                <p:cNvPr id="53" name="图片 52">
                  <a:extLst>
                    <a:ext uri="{FF2B5EF4-FFF2-40B4-BE49-F238E27FC236}">
                      <a16:creationId xmlns:a16="http://schemas.microsoft.com/office/drawing/2014/main" id="{8F3CD1F0-ADC5-4144-B0EF-B3BE12BD0976}"/>
                    </a:ext>
                  </a:extLst>
                </p:cNvPr>
                <p:cNvPicPr>
                  <a:picLocks/>
                </p:cNvPicPr>
                <p:nvPr/>
              </p:nvPicPr>
              <p:blipFill>
                <a:blip r:embed="rId34">
                  <a:extLst>
                    <a:ext uri="{28A0092B-C50C-407E-A947-70E740481C1C}">
                      <a14:useLocalDpi xmlns:a14="http://schemas.microsoft.com/office/drawing/2010/main" val="0"/>
                    </a:ext>
                  </a:extLst>
                </a:blip>
                <a:stretch>
                  <a:fillRect/>
                </a:stretch>
              </p:blipFill>
              <p:spPr>
                <a:xfrm>
                  <a:off x="8365208" y="2827278"/>
                  <a:ext cx="360000" cy="720000"/>
                </a:xfrm>
                <a:prstGeom prst="rect">
                  <a:avLst/>
                </a:prstGeom>
              </p:spPr>
            </p:pic>
            <p:sp>
              <p:nvSpPr>
                <p:cNvPr id="54" name="矩形 53">
                  <a:extLst>
                    <a:ext uri="{FF2B5EF4-FFF2-40B4-BE49-F238E27FC236}">
                      <a16:creationId xmlns:a16="http://schemas.microsoft.com/office/drawing/2014/main" id="{5D05DF92-5487-4B2A-8BC5-6FCADBBA7A47}"/>
                    </a:ext>
                  </a:extLst>
                </p:cNvPr>
                <p:cNvSpPr/>
                <p:nvPr/>
              </p:nvSpPr>
              <p:spPr>
                <a:xfrm>
                  <a:off x="8356208" y="2818278"/>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4" name="组合 43">
                <a:extLst>
                  <a:ext uri="{FF2B5EF4-FFF2-40B4-BE49-F238E27FC236}">
                    <a16:creationId xmlns:a16="http://schemas.microsoft.com/office/drawing/2014/main" id="{A573854D-2D5E-4421-95CC-2DA4FA88450C}"/>
                  </a:ext>
                </a:extLst>
              </p:cNvPr>
              <p:cNvGrpSpPr/>
              <p:nvPr/>
            </p:nvGrpSpPr>
            <p:grpSpPr>
              <a:xfrm>
                <a:off x="9396000" y="4281640"/>
                <a:ext cx="378000" cy="738000"/>
                <a:chOff x="9136388" y="2826183"/>
                <a:chExt cx="378000" cy="738000"/>
              </a:xfrm>
            </p:grpSpPr>
            <p:pic>
              <p:nvPicPr>
                <p:cNvPr id="51" name="图片 50">
                  <a:extLst>
                    <a:ext uri="{FF2B5EF4-FFF2-40B4-BE49-F238E27FC236}">
                      <a16:creationId xmlns:a16="http://schemas.microsoft.com/office/drawing/2014/main" id="{42FC46D1-2183-440D-8375-02A60A635525}"/>
                    </a:ext>
                  </a:extLst>
                </p:cNvPr>
                <p:cNvPicPr>
                  <a:picLocks/>
                </p:cNvPicPr>
                <p:nvPr/>
              </p:nvPicPr>
              <p:blipFill>
                <a:blip r:embed="rId29">
                  <a:extLst>
                    <a:ext uri="{28A0092B-C50C-407E-A947-70E740481C1C}">
                      <a14:useLocalDpi xmlns:a14="http://schemas.microsoft.com/office/drawing/2010/main" val="0"/>
                    </a:ext>
                  </a:extLst>
                </a:blip>
                <a:stretch>
                  <a:fillRect/>
                </a:stretch>
              </p:blipFill>
              <p:spPr>
                <a:xfrm>
                  <a:off x="9145388" y="2835183"/>
                  <a:ext cx="360000" cy="720000"/>
                </a:xfrm>
                <a:prstGeom prst="rect">
                  <a:avLst/>
                </a:prstGeom>
              </p:spPr>
            </p:pic>
            <p:sp>
              <p:nvSpPr>
                <p:cNvPr id="52" name="矩形 51">
                  <a:extLst>
                    <a:ext uri="{FF2B5EF4-FFF2-40B4-BE49-F238E27FC236}">
                      <a16:creationId xmlns:a16="http://schemas.microsoft.com/office/drawing/2014/main" id="{BF773B32-79C8-42DC-AD91-54B668363611}"/>
                    </a:ext>
                  </a:extLst>
                </p:cNvPr>
                <p:cNvSpPr/>
                <p:nvPr/>
              </p:nvSpPr>
              <p:spPr>
                <a:xfrm>
                  <a:off x="9136388" y="2826183"/>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5" name="组合 44">
                <a:extLst>
                  <a:ext uri="{FF2B5EF4-FFF2-40B4-BE49-F238E27FC236}">
                    <a16:creationId xmlns:a16="http://schemas.microsoft.com/office/drawing/2014/main" id="{9B5C6786-06DA-4AAB-9B52-E8265C97CF8F}"/>
                  </a:ext>
                </a:extLst>
              </p:cNvPr>
              <p:cNvGrpSpPr/>
              <p:nvPr/>
            </p:nvGrpSpPr>
            <p:grpSpPr>
              <a:xfrm>
                <a:off x="9828000" y="4281640"/>
                <a:ext cx="378000" cy="738000"/>
                <a:chOff x="9485606" y="2807535"/>
                <a:chExt cx="378000" cy="738000"/>
              </a:xfrm>
            </p:grpSpPr>
            <p:pic>
              <p:nvPicPr>
                <p:cNvPr id="49" name="图片 48">
                  <a:extLst>
                    <a:ext uri="{FF2B5EF4-FFF2-40B4-BE49-F238E27FC236}">
                      <a16:creationId xmlns:a16="http://schemas.microsoft.com/office/drawing/2014/main" id="{12B97D37-EEE6-45DB-8389-891AB6DABFE3}"/>
                    </a:ext>
                  </a:extLst>
                </p:cNvPr>
                <p:cNvPicPr>
                  <a:picLocks/>
                </p:cNvPicPr>
                <p:nvPr/>
              </p:nvPicPr>
              <p:blipFill>
                <a:blip r:embed="rId38">
                  <a:extLst>
                    <a:ext uri="{28A0092B-C50C-407E-A947-70E740481C1C}">
                      <a14:useLocalDpi xmlns:a14="http://schemas.microsoft.com/office/drawing/2010/main" val="0"/>
                    </a:ext>
                  </a:extLst>
                </a:blip>
                <a:stretch>
                  <a:fillRect/>
                </a:stretch>
              </p:blipFill>
              <p:spPr>
                <a:xfrm>
                  <a:off x="9494606" y="2816535"/>
                  <a:ext cx="360000" cy="720000"/>
                </a:xfrm>
                <a:prstGeom prst="rect">
                  <a:avLst/>
                </a:prstGeom>
              </p:spPr>
            </p:pic>
            <p:sp>
              <p:nvSpPr>
                <p:cNvPr id="50" name="矩形 49">
                  <a:extLst>
                    <a:ext uri="{FF2B5EF4-FFF2-40B4-BE49-F238E27FC236}">
                      <a16:creationId xmlns:a16="http://schemas.microsoft.com/office/drawing/2014/main" id="{9530FD0D-DE06-4B98-AD11-3A2109951E6B}"/>
                    </a:ext>
                  </a:extLst>
                </p:cNvPr>
                <p:cNvSpPr/>
                <p:nvPr/>
              </p:nvSpPr>
              <p:spPr>
                <a:xfrm>
                  <a:off x="9485606" y="2807535"/>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6" name="组合 45">
                <a:extLst>
                  <a:ext uri="{FF2B5EF4-FFF2-40B4-BE49-F238E27FC236}">
                    <a16:creationId xmlns:a16="http://schemas.microsoft.com/office/drawing/2014/main" id="{9E50755F-4F63-481F-9985-A42E3C5483E3}"/>
                  </a:ext>
                </a:extLst>
              </p:cNvPr>
              <p:cNvGrpSpPr/>
              <p:nvPr/>
            </p:nvGrpSpPr>
            <p:grpSpPr>
              <a:xfrm>
                <a:off x="8964000" y="3488348"/>
                <a:ext cx="378000" cy="738000"/>
                <a:chOff x="8778681" y="1909858"/>
                <a:chExt cx="378000" cy="738000"/>
              </a:xfrm>
            </p:grpSpPr>
            <p:pic>
              <p:nvPicPr>
                <p:cNvPr id="47" name="图片 46">
                  <a:extLst>
                    <a:ext uri="{FF2B5EF4-FFF2-40B4-BE49-F238E27FC236}">
                      <a16:creationId xmlns:a16="http://schemas.microsoft.com/office/drawing/2014/main" id="{F901C9E1-55B2-441B-B351-A2563A7EAD5A}"/>
                    </a:ext>
                  </a:extLst>
                </p:cNvPr>
                <p:cNvPicPr>
                  <a:picLocks/>
                </p:cNvPicPr>
                <p:nvPr/>
              </p:nvPicPr>
              <p:blipFill>
                <a:blip r:embed="rId40">
                  <a:extLst>
                    <a:ext uri="{28A0092B-C50C-407E-A947-70E740481C1C}">
                      <a14:useLocalDpi xmlns:a14="http://schemas.microsoft.com/office/drawing/2010/main" val="0"/>
                    </a:ext>
                  </a:extLst>
                </a:blip>
                <a:stretch>
                  <a:fillRect/>
                </a:stretch>
              </p:blipFill>
              <p:spPr>
                <a:xfrm>
                  <a:off x="8787681" y="1918858"/>
                  <a:ext cx="360000" cy="720000"/>
                </a:xfrm>
                <a:prstGeom prst="rect">
                  <a:avLst/>
                </a:prstGeom>
              </p:spPr>
            </p:pic>
            <p:sp>
              <p:nvSpPr>
                <p:cNvPr id="48" name="矩形 47">
                  <a:extLst>
                    <a:ext uri="{FF2B5EF4-FFF2-40B4-BE49-F238E27FC236}">
                      <a16:creationId xmlns:a16="http://schemas.microsoft.com/office/drawing/2014/main" id="{75EF560C-4290-4DEB-898C-956FB7CA92B9}"/>
                    </a:ext>
                  </a:extLst>
                </p:cNvPr>
                <p:cNvSpPr/>
                <p:nvPr/>
              </p:nvSpPr>
              <p:spPr>
                <a:xfrm>
                  <a:off x="8778681" y="1909858"/>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grpSp>
      <p:sp>
        <p:nvSpPr>
          <p:cNvPr id="290" name="文本框 289">
            <a:extLst>
              <a:ext uri="{FF2B5EF4-FFF2-40B4-BE49-F238E27FC236}">
                <a16:creationId xmlns:a16="http://schemas.microsoft.com/office/drawing/2014/main" id="{0B4A3952-C919-4EDD-80AD-8A50E8A2CB87}"/>
              </a:ext>
            </a:extLst>
          </p:cNvPr>
          <p:cNvSpPr txBox="1"/>
          <p:nvPr/>
        </p:nvSpPr>
        <p:spPr>
          <a:xfrm>
            <a:off x="461382" y="1909375"/>
            <a:ext cx="4889298" cy="520848"/>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使用不同特征检索的结果（</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246057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612000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实验结果</a:t>
            </a:r>
            <a:endParaRPr lang="en-US" altLang="zh-CN" sz="4400" dirty="0">
              <a:latin typeface="楷体" panose="02010609060101010101" pitchFamily="49" charset="-122"/>
              <a:ea typeface="楷体" panose="02010609060101010101" pitchFamily="49" charset="-122"/>
            </a:endParaRPr>
          </a:p>
        </p:txBody>
      </p:sp>
      <p:sp>
        <p:nvSpPr>
          <p:cNvPr id="330" name="文本框 329">
            <a:extLst>
              <a:ext uri="{FF2B5EF4-FFF2-40B4-BE49-F238E27FC236}">
                <a16:creationId xmlns:a16="http://schemas.microsoft.com/office/drawing/2014/main" id="{67896E33-6100-408D-947F-5BE5139991C8}"/>
              </a:ext>
            </a:extLst>
          </p:cNvPr>
          <p:cNvSpPr txBox="1"/>
          <p:nvPr/>
        </p:nvSpPr>
        <p:spPr>
          <a:xfrm>
            <a:off x="604568" y="5200671"/>
            <a:ext cx="10631182" cy="1481111"/>
          </a:xfrm>
          <a:prstGeom prst="rect">
            <a:avLst/>
          </a:prstGeom>
          <a:noFill/>
        </p:spPr>
        <p:txBody>
          <a:bodyPr wrap="square" rtlCol="0">
            <a:spAutoFit/>
          </a:bodyPr>
          <a:lstStyle/>
          <a:p>
            <a:pPr algn="just">
              <a:lnSpc>
                <a:spcPct val="130000"/>
              </a:lnSpc>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可以有效减少背景的干扰；</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由于姿态、光线、背景等差异，在外观上并不相似，通过自适应地融合属性特征，关注头部、脚部、书包等区域，最终可以正确检索出来。</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52" name="文本框 51">
            <a:extLst>
              <a:ext uri="{FF2B5EF4-FFF2-40B4-BE49-F238E27FC236}">
                <a16:creationId xmlns:a16="http://schemas.microsoft.com/office/drawing/2014/main" id="{8E577902-7861-4B3D-A858-F7F10C709ED4}"/>
              </a:ext>
            </a:extLst>
          </p:cNvPr>
          <p:cNvSpPr txBox="1"/>
          <p:nvPr/>
        </p:nvSpPr>
        <p:spPr>
          <a:xfrm>
            <a:off x="3335048" y="766278"/>
            <a:ext cx="2288220" cy="461665"/>
          </a:xfrm>
          <a:prstGeom prst="rect">
            <a:avLst/>
          </a:prstGeom>
          <a:noFill/>
        </p:spPr>
        <p:txBody>
          <a:bodyPr wrap="square">
            <a:spAutoFit/>
          </a:bodyPr>
          <a:lstStyle/>
          <a:p>
            <a:pPr marL="342900" indent="-342900">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可视化分析</a:t>
            </a:r>
            <a:endParaRPr lang="zh-CN" altLang="en-US" sz="2400" dirty="0"/>
          </a:p>
        </p:txBody>
      </p:sp>
      <p:grpSp>
        <p:nvGrpSpPr>
          <p:cNvPr id="2" name="组合 1">
            <a:extLst>
              <a:ext uri="{FF2B5EF4-FFF2-40B4-BE49-F238E27FC236}">
                <a16:creationId xmlns:a16="http://schemas.microsoft.com/office/drawing/2014/main" id="{8D02A0F9-D06A-42D6-BB0B-E9CE38BB9DE1}"/>
              </a:ext>
            </a:extLst>
          </p:cNvPr>
          <p:cNvGrpSpPr/>
          <p:nvPr/>
        </p:nvGrpSpPr>
        <p:grpSpPr>
          <a:xfrm>
            <a:off x="1125390" y="1181925"/>
            <a:ext cx="9941220" cy="4060439"/>
            <a:chOff x="1125390" y="1112475"/>
            <a:chExt cx="9941220" cy="4060439"/>
          </a:xfrm>
        </p:grpSpPr>
        <p:pic>
          <p:nvPicPr>
            <p:cNvPr id="10" name="图片 9" descr="图片包含 游戏机&#10;&#10;描述已自动生成">
              <a:extLst>
                <a:ext uri="{FF2B5EF4-FFF2-40B4-BE49-F238E27FC236}">
                  <a16:creationId xmlns:a16="http://schemas.microsoft.com/office/drawing/2014/main" id="{0C947FFB-D6A8-4585-AF2B-26F28AF6BDB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50190" y="1403543"/>
              <a:ext cx="806400" cy="1612800"/>
            </a:xfrm>
            <a:prstGeom prst="rect">
              <a:avLst/>
            </a:prstGeom>
          </p:spPr>
        </p:pic>
        <p:pic>
          <p:nvPicPr>
            <p:cNvPr id="11" name="图片 10" descr="蓝色的卡通人物&#10;&#10;中度可信度描述已自动生成">
              <a:extLst>
                <a:ext uri="{FF2B5EF4-FFF2-40B4-BE49-F238E27FC236}">
                  <a16:creationId xmlns:a16="http://schemas.microsoft.com/office/drawing/2014/main" id="{F40BEE01-BF08-4720-AF2F-78B6D291C74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07790" y="1403543"/>
              <a:ext cx="806400" cy="1612800"/>
            </a:xfrm>
            <a:prstGeom prst="rect">
              <a:avLst/>
            </a:prstGeom>
          </p:spPr>
        </p:pic>
        <p:pic>
          <p:nvPicPr>
            <p:cNvPr id="12" name="图片 11" descr="图片包含 游戏机, 灯光&#10;&#10;描述已自动生成">
              <a:extLst>
                <a:ext uri="{FF2B5EF4-FFF2-40B4-BE49-F238E27FC236}">
                  <a16:creationId xmlns:a16="http://schemas.microsoft.com/office/drawing/2014/main" id="{D3980C16-7093-4FE0-9F40-4381BE4A584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65390" y="1403543"/>
              <a:ext cx="806400" cy="1612800"/>
            </a:xfrm>
            <a:prstGeom prst="rect">
              <a:avLst/>
            </a:prstGeom>
          </p:spPr>
        </p:pic>
        <p:pic>
          <p:nvPicPr>
            <p:cNvPr id="13" name="图片 12" descr="蓝色的卡通人物&#10;&#10;描述已自动生成">
              <a:extLst>
                <a:ext uri="{FF2B5EF4-FFF2-40B4-BE49-F238E27FC236}">
                  <a16:creationId xmlns:a16="http://schemas.microsoft.com/office/drawing/2014/main" id="{48F41513-C167-4896-B65A-78CC5AD4330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022990" y="1403543"/>
              <a:ext cx="806400" cy="1612800"/>
            </a:xfrm>
            <a:prstGeom prst="rect">
              <a:avLst/>
            </a:prstGeom>
          </p:spPr>
        </p:pic>
        <p:pic>
          <p:nvPicPr>
            <p:cNvPr id="14" name="图片 13" descr="蓝色的卡通人物&#10;&#10;中度可信度描述已自动生成">
              <a:extLst>
                <a:ext uri="{FF2B5EF4-FFF2-40B4-BE49-F238E27FC236}">
                  <a16:creationId xmlns:a16="http://schemas.microsoft.com/office/drawing/2014/main" id="{7C2798EA-6EC9-4AEC-98DD-57953E14E5A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880590" y="1403543"/>
              <a:ext cx="806400" cy="1612800"/>
            </a:xfrm>
            <a:prstGeom prst="rect">
              <a:avLst/>
            </a:prstGeom>
          </p:spPr>
        </p:pic>
        <p:pic>
          <p:nvPicPr>
            <p:cNvPr id="15" name="图片 14" descr="卡通人物&#10;&#10;低可信度描述已自动生成">
              <a:extLst>
                <a:ext uri="{FF2B5EF4-FFF2-40B4-BE49-F238E27FC236}">
                  <a16:creationId xmlns:a16="http://schemas.microsoft.com/office/drawing/2014/main" id="{E44A740B-1253-4F71-82A0-DCA3E9AAD0EA}"/>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738190" y="1403543"/>
              <a:ext cx="806400" cy="1612800"/>
            </a:xfrm>
            <a:prstGeom prst="rect">
              <a:avLst/>
            </a:prstGeom>
          </p:spPr>
        </p:pic>
        <p:pic>
          <p:nvPicPr>
            <p:cNvPr id="16" name="图片 15">
              <a:extLst>
                <a:ext uri="{FF2B5EF4-FFF2-40B4-BE49-F238E27FC236}">
                  <a16:creationId xmlns:a16="http://schemas.microsoft.com/office/drawing/2014/main" id="{5C7FC045-9C00-4AD3-83B0-96871C4DA83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7595789" y="1403543"/>
              <a:ext cx="806400" cy="1612800"/>
            </a:xfrm>
            <a:prstGeom prst="rect">
              <a:avLst/>
            </a:prstGeom>
          </p:spPr>
        </p:pic>
        <p:pic>
          <p:nvPicPr>
            <p:cNvPr id="17" name="图片 16" descr="图片包含 游戏机, 食物, 灯光, 玻璃&#10;&#10;描述已自动生成">
              <a:extLst>
                <a:ext uri="{FF2B5EF4-FFF2-40B4-BE49-F238E27FC236}">
                  <a16:creationId xmlns:a16="http://schemas.microsoft.com/office/drawing/2014/main" id="{B413FC7D-ED32-47F6-AE56-16D6062A60E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8453389" y="1403543"/>
              <a:ext cx="806400" cy="1612800"/>
            </a:xfrm>
            <a:prstGeom prst="rect">
              <a:avLst/>
            </a:prstGeom>
          </p:spPr>
        </p:pic>
        <p:pic>
          <p:nvPicPr>
            <p:cNvPr id="18" name="图片 17" descr="卡通人物&#10;&#10;中度可信度描述已自动生成">
              <a:extLst>
                <a:ext uri="{FF2B5EF4-FFF2-40B4-BE49-F238E27FC236}">
                  <a16:creationId xmlns:a16="http://schemas.microsoft.com/office/drawing/2014/main" id="{F1ED28FA-43B3-42F3-AD4D-D27448D9A69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310989" y="1403543"/>
              <a:ext cx="806400" cy="1612800"/>
            </a:xfrm>
            <a:prstGeom prst="rect">
              <a:avLst/>
            </a:prstGeom>
          </p:spPr>
        </p:pic>
        <p:pic>
          <p:nvPicPr>
            <p:cNvPr id="19" name="图片 18" descr="卡通人物&#10;&#10;中度可信度描述已自动生成">
              <a:extLst>
                <a:ext uri="{FF2B5EF4-FFF2-40B4-BE49-F238E27FC236}">
                  <a16:creationId xmlns:a16="http://schemas.microsoft.com/office/drawing/2014/main" id="{F5763DBC-DA26-4DAC-8E52-588FDFE63247}"/>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0168589" y="1403543"/>
              <a:ext cx="806400" cy="1612800"/>
            </a:xfrm>
            <a:prstGeom prst="rect">
              <a:avLst/>
            </a:prstGeom>
          </p:spPr>
        </p:pic>
        <p:pic>
          <p:nvPicPr>
            <p:cNvPr id="20" name="图片 19" descr="游戏机里面的人物&#10;&#10;低可信度描述已自动生成">
              <a:extLst>
                <a:ext uri="{FF2B5EF4-FFF2-40B4-BE49-F238E27FC236}">
                  <a16:creationId xmlns:a16="http://schemas.microsoft.com/office/drawing/2014/main" id="{87995FB0-3055-4A56-923C-23442709134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450190" y="3291851"/>
              <a:ext cx="806400" cy="1612800"/>
            </a:xfrm>
            <a:prstGeom prst="rect">
              <a:avLst/>
            </a:prstGeom>
          </p:spPr>
        </p:pic>
        <p:pic>
          <p:nvPicPr>
            <p:cNvPr id="21" name="图片 20" descr="模糊的图画&#10;&#10;中度可信度描述已自动生成">
              <a:extLst>
                <a:ext uri="{FF2B5EF4-FFF2-40B4-BE49-F238E27FC236}">
                  <a16:creationId xmlns:a16="http://schemas.microsoft.com/office/drawing/2014/main" id="{B86F7B51-43B2-4E9E-A75B-12996DDA1DEE}"/>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307790" y="3291851"/>
              <a:ext cx="806400" cy="1612800"/>
            </a:xfrm>
            <a:prstGeom prst="rect">
              <a:avLst/>
            </a:prstGeom>
          </p:spPr>
        </p:pic>
        <p:pic>
          <p:nvPicPr>
            <p:cNvPr id="22" name="图片 21" descr="模糊照片里的卡通人物&#10;&#10;描述已自动生成">
              <a:extLst>
                <a:ext uri="{FF2B5EF4-FFF2-40B4-BE49-F238E27FC236}">
                  <a16:creationId xmlns:a16="http://schemas.microsoft.com/office/drawing/2014/main" id="{323DBC5F-59C4-4771-8938-8F4EFDE9707E}"/>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4165390" y="3291851"/>
              <a:ext cx="806400" cy="1612800"/>
            </a:xfrm>
            <a:prstGeom prst="rect">
              <a:avLst/>
            </a:prstGeom>
          </p:spPr>
        </p:pic>
        <p:pic>
          <p:nvPicPr>
            <p:cNvPr id="23" name="图片 22" descr="卡通人物&#10;&#10;中度可信度描述已自动生成">
              <a:extLst>
                <a:ext uri="{FF2B5EF4-FFF2-40B4-BE49-F238E27FC236}">
                  <a16:creationId xmlns:a16="http://schemas.microsoft.com/office/drawing/2014/main" id="{53F58CC0-4402-462A-B812-D3C312CDB663}"/>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5022990" y="3291851"/>
              <a:ext cx="806400" cy="1612800"/>
            </a:xfrm>
            <a:prstGeom prst="rect">
              <a:avLst/>
            </a:prstGeom>
          </p:spPr>
        </p:pic>
        <p:pic>
          <p:nvPicPr>
            <p:cNvPr id="24" name="图片 23">
              <a:extLst>
                <a:ext uri="{FF2B5EF4-FFF2-40B4-BE49-F238E27FC236}">
                  <a16:creationId xmlns:a16="http://schemas.microsoft.com/office/drawing/2014/main" id="{681ED029-42B4-45B4-BF83-7D2B3C4BA275}"/>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5880590" y="3291851"/>
              <a:ext cx="806400" cy="1612800"/>
            </a:xfrm>
            <a:prstGeom prst="rect">
              <a:avLst/>
            </a:prstGeom>
          </p:spPr>
        </p:pic>
        <p:pic>
          <p:nvPicPr>
            <p:cNvPr id="25" name="图片 24" descr="卡通人物&#10;&#10;中度可信度描述已自动生成">
              <a:extLst>
                <a:ext uri="{FF2B5EF4-FFF2-40B4-BE49-F238E27FC236}">
                  <a16:creationId xmlns:a16="http://schemas.microsoft.com/office/drawing/2014/main" id="{9507BC94-04B5-43B4-8481-7B3B55735E9D}"/>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6738190" y="3291851"/>
              <a:ext cx="806400" cy="1612800"/>
            </a:xfrm>
            <a:prstGeom prst="rect">
              <a:avLst/>
            </a:prstGeom>
          </p:spPr>
        </p:pic>
        <p:pic>
          <p:nvPicPr>
            <p:cNvPr id="26" name="图片 25" descr="模糊的图画&#10;&#10;中度可信度描述已自动生成">
              <a:extLst>
                <a:ext uri="{FF2B5EF4-FFF2-40B4-BE49-F238E27FC236}">
                  <a16:creationId xmlns:a16="http://schemas.microsoft.com/office/drawing/2014/main" id="{88116848-5BDD-485D-9DBE-6830FD79B0CA}"/>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7595789" y="3291851"/>
              <a:ext cx="806400" cy="1612800"/>
            </a:xfrm>
            <a:prstGeom prst="rect">
              <a:avLst/>
            </a:prstGeom>
          </p:spPr>
        </p:pic>
        <p:pic>
          <p:nvPicPr>
            <p:cNvPr id="27" name="图片 26" descr="卡通人物&#10;&#10;中度可信度描述已自动生成">
              <a:extLst>
                <a:ext uri="{FF2B5EF4-FFF2-40B4-BE49-F238E27FC236}">
                  <a16:creationId xmlns:a16="http://schemas.microsoft.com/office/drawing/2014/main" id="{3BF2497D-634F-45D4-86FA-C529736DC90A}"/>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8453389" y="3291851"/>
              <a:ext cx="806400" cy="1612800"/>
            </a:xfrm>
            <a:prstGeom prst="rect">
              <a:avLst/>
            </a:prstGeom>
          </p:spPr>
        </p:pic>
        <p:pic>
          <p:nvPicPr>
            <p:cNvPr id="28" name="图片 27" descr="卡通人物&#10;&#10;低可信度描述已自动生成">
              <a:extLst>
                <a:ext uri="{FF2B5EF4-FFF2-40B4-BE49-F238E27FC236}">
                  <a16:creationId xmlns:a16="http://schemas.microsoft.com/office/drawing/2014/main" id="{8E635C48-D42E-4CA6-9F27-689BD36BD71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9310989" y="3291851"/>
              <a:ext cx="806400" cy="1612800"/>
            </a:xfrm>
            <a:prstGeom prst="rect">
              <a:avLst/>
            </a:prstGeom>
          </p:spPr>
        </p:pic>
        <p:pic>
          <p:nvPicPr>
            <p:cNvPr id="29" name="图片 28" descr="卡通人物&#10;&#10;中度可信度描述已自动生成">
              <a:extLst>
                <a:ext uri="{FF2B5EF4-FFF2-40B4-BE49-F238E27FC236}">
                  <a16:creationId xmlns:a16="http://schemas.microsoft.com/office/drawing/2014/main" id="{42290FD4-C036-48BD-9372-D9AE395D59B1}"/>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10168589" y="3291851"/>
              <a:ext cx="806400" cy="1612800"/>
            </a:xfrm>
            <a:prstGeom prst="rect">
              <a:avLst/>
            </a:prstGeom>
          </p:spPr>
        </p:pic>
        <p:pic>
          <p:nvPicPr>
            <p:cNvPr id="30" name="图片 29" descr="模糊的动物&#10;&#10;中度可信度描述已自动生成">
              <a:extLst>
                <a:ext uri="{FF2B5EF4-FFF2-40B4-BE49-F238E27FC236}">
                  <a16:creationId xmlns:a16="http://schemas.microsoft.com/office/drawing/2014/main" id="{2F5F10C9-9B7A-4BBE-8242-E7B8F7286D5B}"/>
                </a:ext>
              </a:extLst>
            </p:cNvPr>
            <p:cNvPicPr>
              <a:picLocks/>
            </p:cNvPicPr>
            <p:nvPr/>
          </p:nvPicPr>
          <p:blipFill>
            <a:blip r:embed="rId25">
              <a:extLst>
                <a:ext uri="{28A0092B-C50C-407E-A947-70E740481C1C}">
                  <a14:useLocalDpi xmlns:a14="http://schemas.microsoft.com/office/drawing/2010/main" val="0"/>
                </a:ext>
              </a:extLst>
            </a:blip>
            <a:stretch>
              <a:fillRect/>
            </a:stretch>
          </p:blipFill>
          <p:spPr>
            <a:xfrm>
              <a:off x="1125390" y="3291851"/>
              <a:ext cx="806400" cy="1612800"/>
            </a:xfrm>
            <a:prstGeom prst="rect">
              <a:avLst/>
            </a:prstGeom>
          </p:spPr>
        </p:pic>
        <p:pic>
          <p:nvPicPr>
            <p:cNvPr id="31" name="图片 30">
              <a:extLst>
                <a:ext uri="{FF2B5EF4-FFF2-40B4-BE49-F238E27FC236}">
                  <a16:creationId xmlns:a16="http://schemas.microsoft.com/office/drawing/2014/main" id="{7C41C1F6-EE76-4591-BDC8-E1221269AB3F}"/>
                </a:ext>
              </a:extLst>
            </p:cNvPr>
            <p:cNvPicPr>
              <a:picLocks/>
            </p:cNvPicPr>
            <p:nvPr/>
          </p:nvPicPr>
          <p:blipFill>
            <a:blip r:embed="rId26">
              <a:extLst>
                <a:ext uri="{28A0092B-C50C-407E-A947-70E740481C1C}">
                  <a14:useLocalDpi xmlns:a14="http://schemas.microsoft.com/office/drawing/2010/main" val="0"/>
                </a:ext>
              </a:extLst>
            </a:blip>
            <a:stretch>
              <a:fillRect/>
            </a:stretch>
          </p:blipFill>
          <p:spPr>
            <a:xfrm>
              <a:off x="1125390" y="1407314"/>
              <a:ext cx="806400" cy="1612800"/>
            </a:xfrm>
            <a:prstGeom prst="rect">
              <a:avLst/>
            </a:prstGeom>
          </p:spPr>
        </p:pic>
        <p:sp>
          <p:nvSpPr>
            <p:cNvPr id="32" name="文本框 31">
              <a:extLst>
                <a:ext uri="{FF2B5EF4-FFF2-40B4-BE49-F238E27FC236}">
                  <a16:creationId xmlns:a16="http://schemas.microsoft.com/office/drawing/2014/main" id="{49BB2F88-A2E7-4DC8-BDB4-F55E182EB3A5}"/>
                </a:ext>
              </a:extLst>
            </p:cNvPr>
            <p:cNvSpPr txBox="1"/>
            <p:nvPr/>
          </p:nvSpPr>
          <p:spPr>
            <a:xfrm>
              <a:off x="2355848" y="2979114"/>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0.2880</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 name="文本框 32">
              <a:extLst>
                <a:ext uri="{FF2B5EF4-FFF2-40B4-BE49-F238E27FC236}">
                  <a16:creationId xmlns:a16="http://schemas.microsoft.com/office/drawing/2014/main" id="{1B1B918D-03DE-4A4F-B992-15A8F743F32C}"/>
                </a:ext>
              </a:extLst>
            </p:cNvPr>
            <p:cNvSpPr txBox="1"/>
            <p:nvPr/>
          </p:nvSpPr>
          <p:spPr>
            <a:xfrm>
              <a:off x="3227956" y="2979114"/>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0.4770</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4" name="文本框 33">
              <a:extLst>
                <a:ext uri="{FF2B5EF4-FFF2-40B4-BE49-F238E27FC236}">
                  <a16:creationId xmlns:a16="http://schemas.microsoft.com/office/drawing/2014/main" id="{D6E548A0-C544-4020-9F58-A0D49DFB44B7}"/>
                </a:ext>
              </a:extLst>
            </p:cNvPr>
            <p:cNvSpPr txBox="1"/>
            <p:nvPr/>
          </p:nvSpPr>
          <p:spPr>
            <a:xfrm>
              <a:off x="4079382" y="2979114"/>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0.4627</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 name="文本框 34">
              <a:extLst>
                <a:ext uri="{FF2B5EF4-FFF2-40B4-BE49-F238E27FC236}">
                  <a16:creationId xmlns:a16="http://schemas.microsoft.com/office/drawing/2014/main" id="{2271F304-5802-4A86-A49B-72628D431F9D}"/>
                </a:ext>
              </a:extLst>
            </p:cNvPr>
            <p:cNvSpPr txBox="1"/>
            <p:nvPr/>
          </p:nvSpPr>
          <p:spPr>
            <a:xfrm>
              <a:off x="4940959" y="2979114"/>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0.4437</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6" name="文本框 35">
              <a:extLst>
                <a:ext uri="{FF2B5EF4-FFF2-40B4-BE49-F238E27FC236}">
                  <a16:creationId xmlns:a16="http://schemas.microsoft.com/office/drawing/2014/main" id="{0EC10BC2-A646-455D-95F8-77C79F44644E}"/>
                </a:ext>
              </a:extLst>
            </p:cNvPr>
            <p:cNvSpPr txBox="1"/>
            <p:nvPr/>
          </p:nvSpPr>
          <p:spPr>
            <a:xfrm>
              <a:off x="5794190" y="2979114"/>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0.4627</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7" name="文本框 36">
              <a:extLst>
                <a:ext uri="{FF2B5EF4-FFF2-40B4-BE49-F238E27FC236}">
                  <a16:creationId xmlns:a16="http://schemas.microsoft.com/office/drawing/2014/main" id="{B798DABA-4436-42B8-901B-671D3435D86D}"/>
                </a:ext>
              </a:extLst>
            </p:cNvPr>
            <p:cNvSpPr txBox="1"/>
            <p:nvPr/>
          </p:nvSpPr>
          <p:spPr>
            <a:xfrm>
              <a:off x="6658226" y="2979114"/>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0.4876</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文本框 37">
              <a:extLst>
                <a:ext uri="{FF2B5EF4-FFF2-40B4-BE49-F238E27FC236}">
                  <a16:creationId xmlns:a16="http://schemas.microsoft.com/office/drawing/2014/main" id="{8E24AEC0-2D9A-4F82-B12A-34F79127ACA1}"/>
                </a:ext>
              </a:extLst>
            </p:cNvPr>
            <p:cNvSpPr txBox="1"/>
            <p:nvPr/>
          </p:nvSpPr>
          <p:spPr>
            <a:xfrm>
              <a:off x="7516807" y="2979114"/>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0.4330</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文本框 38">
              <a:extLst>
                <a:ext uri="{FF2B5EF4-FFF2-40B4-BE49-F238E27FC236}">
                  <a16:creationId xmlns:a16="http://schemas.microsoft.com/office/drawing/2014/main" id="{CB804ADD-3F34-4971-A4AB-3335F1716642}"/>
                </a:ext>
              </a:extLst>
            </p:cNvPr>
            <p:cNvSpPr txBox="1"/>
            <p:nvPr/>
          </p:nvSpPr>
          <p:spPr>
            <a:xfrm>
              <a:off x="8375493" y="2979114"/>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0.3825</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0" name="文本框 39">
              <a:extLst>
                <a:ext uri="{FF2B5EF4-FFF2-40B4-BE49-F238E27FC236}">
                  <a16:creationId xmlns:a16="http://schemas.microsoft.com/office/drawing/2014/main" id="{8B51AACC-4339-4EC7-8078-7664EE3EE456}"/>
                </a:ext>
              </a:extLst>
            </p:cNvPr>
            <p:cNvSpPr txBox="1"/>
            <p:nvPr/>
          </p:nvSpPr>
          <p:spPr>
            <a:xfrm>
              <a:off x="9228724" y="2979114"/>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0.1157</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1" name="文本框 40">
              <a:extLst>
                <a:ext uri="{FF2B5EF4-FFF2-40B4-BE49-F238E27FC236}">
                  <a16:creationId xmlns:a16="http://schemas.microsoft.com/office/drawing/2014/main" id="{A79F4A2C-9D32-40E1-8B19-7E9141E2E73F}"/>
                </a:ext>
              </a:extLst>
            </p:cNvPr>
            <p:cNvSpPr txBox="1"/>
            <p:nvPr/>
          </p:nvSpPr>
          <p:spPr>
            <a:xfrm>
              <a:off x="10087410" y="2979114"/>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0.1041</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2" name="文本框 41">
              <a:extLst>
                <a:ext uri="{FF2B5EF4-FFF2-40B4-BE49-F238E27FC236}">
                  <a16:creationId xmlns:a16="http://schemas.microsoft.com/office/drawing/2014/main" id="{F6D08D8F-E20F-4E2A-9DEE-9BE8AC2734A4}"/>
                </a:ext>
              </a:extLst>
            </p:cNvPr>
            <p:cNvSpPr txBox="1"/>
            <p:nvPr/>
          </p:nvSpPr>
          <p:spPr>
            <a:xfrm>
              <a:off x="2355848" y="4865137"/>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0.2886</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3" name="文本框 42">
              <a:extLst>
                <a:ext uri="{FF2B5EF4-FFF2-40B4-BE49-F238E27FC236}">
                  <a16:creationId xmlns:a16="http://schemas.microsoft.com/office/drawing/2014/main" id="{EAFA2D96-557F-409A-B67E-658CEA8FBFEA}"/>
                </a:ext>
              </a:extLst>
            </p:cNvPr>
            <p:cNvSpPr txBox="1"/>
            <p:nvPr/>
          </p:nvSpPr>
          <p:spPr>
            <a:xfrm>
              <a:off x="3221390" y="4865137"/>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0.4928</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4" name="文本框 43">
              <a:extLst>
                <a:ext uri="{FF2B5EF4-FFF2-40B4-BE49-F238E27FC236}">
                  <a16:creationId xmlns:a16="http://schemas.microsoft.com/office/drawing/2014/main" id="{4CA4FB6E-D490-4CDC-9CB9-50C526F58DDC}"/>
                </a:ext>
              </a:extLst>
            </p:cNvPr>
            <p:cNvSpPr txBox="1"/>
            <p:nvPr/>
          </p:nvSpPr>
          <p:spPr>
            <a:xfrm>
              <a:off x="4078990" y="4865137"/>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0.4775</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5" name="文本框 44">
              <a:extLst>
                <a:ext uri="{FF2B5EF4-FFF2-40B4-BE49-F238E27FC236}">
                  <a16:creationId xmlns:a16="http://schemas.microsoft.com/office/drawing/2014/main" id="{3BC46428-898C-4C1C-912F-7CD99D4B658D}"/>
                </a:ext>
              </a:extLst>
            </p:cNvPr>
            <p:cNvSpPr txBox="1"/>
            <p:nvPr/>
          </p:nvSpPr>
          <p:spPr>
            <a:xfrm>
              <a:off x="4940959" y="4865137"/>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0.4562</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6" name="文本框 45">
              <a:extLst>
                <a:ext uri="{FF2B5EF4-FFF2-40B4-BE49-F238E27FC236}">
                  <a16:creationId xmlns:a16="http://schemas.microsoft.com/office/drawing/2014/main" id="{57304A2B-D167-45C3-BE04-1F586958A3A0}"/>
                </a:ext>
              </a:extLst>
            </p:cNvPr>
            <p:cNvSpPr txBox="1"/>
            <p:nvPr/>
          </p:nvSpPr>
          <p:spPr>
            <a:xfrm>
              <a:off x="5794190" y="4865137"/>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0.4766</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7" name="文本框 46">
              <a:extLst>
                <a:ext uri="{FF2B5EF4-FFF2-40B4-BE49-F238E27FC236}">
                  <a16:creationId xmlns:a16="http://schemas.microsoft.com/office/drawing/2014/main" id="{1E5814AF-5CDA-47E0-BFD2-AC624B510E46}"/>
                </a:ext>
              </a:extLst>
            </p:cNvPr>
            <p:cNvSpPr txBox="1"/>
            <p:nvPr/>
          </p:nvSpPr>
          <p:spPr>
            <a:xfrm>
              <a:off x="6651790" y="4865137"/>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0.5060</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8" name="文本框 47">
              <a:extLst>
                <a:ext uri="{FF2B5EF4-FFF2-40B4-BE49-F238E27FC236}">
                  <a16:creationId xmlns:a16="http://schemas.microsoft.com/office/drawing/2014/main" id="{C9B80236-1BE5-49AB-93F8-354B00F29529}"/>
                </a:ext>
              </a:extLst>
            </p:cNvPr>
            <p:cNvSpPr txBox="1"/>
            <p:nvPr/>
          </p:nvSpPr>
          <p:spPr>
            <a:xfrm>
              <a:off x="7516996" y="4865137"/>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0.4481</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9" name="文本框 48">
              <a:extLst>
                <a:ext uri="{FF2B5EF4-FFF2-40B4-BE49-F238E27FC236}">
                  <a16:creationId xmlns:a16="http://schemas.microsoft.com/office/drawing/2014/main" id="{EDB5779B-23E2-4581-8AF1-1671B7E0DAB1}"/>
                </a:ext>
              </a:extLst>
            </p:cNvPr>
            <p:cNvSpPr txBox="1"/>
            <p:nvPr/>
          </p:nvSpPr>
          <p:spPr>
            <a:xfrm>
              <a:off x="8362620" y="4865137"/>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0.3889</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0" name="文本框 49">
              <a:extLst>
                <a:ext uri="{FF2B5EF4-FFF2-40B4-BE49-F238E27FC236}">
                  <a16:creationId xmlns:a16="http://schemas.microsoft.com/office/drawing/2014/main" id="{DECF5199-1DB2-490E-AB4E-176C691A5FAE}"/>
                </a:ext>
              </a:extLst>
            </p:cNvPr>
            <p:cNvSpPr txBox="1"/>
            <p:nvPr/>
          </p:nvSpPr>
          <p:spPr>
            <a:xfrm>
              <a:off x="9227826" y="4865137"/>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0.1144</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1" name="文本框 50">
              <a:extLst>
                <a:ext uri="{FF2B5EF4-FFF2-40B4-BE49-F238E27FC236}">
                  <a16:creationId xmlns:a16="http://schemas.microsoft.com/office/drawing/2014/main" id="{087D98DA-8C37-4F6D-9482-EB596682E4FD}"/>
                </a:ext>
              </a:extLst>
            </p:cNvPr>
            <p:cNvSpPr txBox="1"/>
            <p:nvPr/>
          </p:nvSpPr>
          <p:spPr>
            <a:xfrm>
              <a:off x="10087410" y="4865137"/>
              <a:ext cx="9792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0.1028</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3" name="文本框 52">
              <a:extLst>
                <a:ext uri="{FF2B5EF4-FFF2-40B4-BE49-F238E27FC236}">
                  <a16:creationId xmlns:a16="http://schemas.microsoft.com/office/drawing/2014/main" id="{E6B29D30-D596-4139-B91A-D5E4C97BA649}"/>
                </a:ext>
              </a:extLst>
            </p:cNvPr>
            <p:cNvSpPr txBox="1"/>
            <p:nvPr/>
          </p:nvSpPr>
          <p:spPr>
            <a:xfrm>
              <a:off x="2509268" y="1112475"/>
              <a:ext cx="6840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gender</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4" name="文本框 53">
              <a:extLst>
                <a:ext uri="{FF2B5EF4-FFF2-40B4-BE49-F238E27FC236}">
                  <a16:creationId xmlns:a16="http://schemas.microsoft.com/office/drawing/2014/main" id="{10FB9C69-BDAB-47A2-B4A8-2522DBB85279}"/>
                </a:ext>
              </a:extLst>
            </p:cNvPr>
            <p:cNvSpPr txBox="1"/>
            <p:nvPr/>
          </p:nvSpPr>
          <p:spPr>
            <a:xfrm>
              <a:off x="3503791" y="1112475"/>
              <a:ext cx="4320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hat</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5" name="文本框 54">
              <a:extLst>
                <a:ext uri="{FF2B5EF4-FFF2-40B4-BE49-F238E27FC236}">
                  <a16:creationId xmlns:a16="http://schemas.microsoft.com/office/drawing/2014/main" id="{5EE36D46-0B79-400C-91EB-80ED4205A946}"/>
                </a:ext>
              </a:extLst>
            </p:cNvPr>
            <p:cNvSpPr txBox="1"/>
            <p:nvPr/>
          </p:nvSpPr>
          <p:spPr>
            <a:xfrm>
              <a:off x="4275684" y="1112475"/>
              <a:ext cx="5760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boots</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 name="文本框 55">
              <a:extLst>
                <a:ext uri="{FF2B5EF4-FFF2-40B4-BE49-F238E27FC236}">
                  <a16:creationId xmlns:a16="http://schemas.microsoft.com/office/drawing/2014/main" id="{607C7F45-7451-4A7B-9B50-36084A18074F}"/>
                </a:ext>
              </a:extLst>
            </p:cNvPr>
            <p:cNvSpPr txBox="1"/>
            <p:nvPr/>
          </p:nvSpPr>
          <p:spPr>
            <a:xfrm>
              <a:off x="5158921" y="1112475"/>
              <a:ext cx="540000" cy="307777"/>
            </a:xfrm>
            <a:prstGeom prst="rect">
              <a:avLst/>
            </a:prstGeom>
            <a:noFill/>
          </p:spPr>
          <p:txBody>
            <a:bodyPr wrap="square" rtlCol="0">
              <a:spAutoFit/>
            </a:bodyPr>
            <a:lstStyle/>
            <a:p>
              <a:pPr algn="ct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L.up</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文本框 56">
              <a:extLst>
                <a:ext uri="{FF2B5EF4-FFF2-40B4-BE49-F238E27FC236}">
                  <a16:creationId xmlns:a16="http://schemas.microsoft.com/office/drawing/2014/main" id="{9F5F0144-32D9-47E6-87A3-D5118A538EC0}"/>
                </a:ext>
              </a:extLst>
            </p:cNvPr>
            <p:cNvSpPr txBox="1"/>
            <p:nvPr/>
          </p:nvSpPr>
          <p:spPr>
            <a:xfrm>
              <a:off x="5941790" y="1112475"/>
              <a:ext cx="684000" cy="307777"/>
            </a:xfrm>
            <a:prstGeom prst="rect">
              <a:avLst/>
            </a:prstGeom>
            <a:noFill/>
          </p:spPr>
          <p:txBody>
            <a:bodyPr wrap="square" rtlCol="0">
              <a:spAutoFit/>
            </a:bodyPr>
            <a:lstStyle/>
            <a:p>
              <a:pPr algn="ct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B.pack</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 name="文本框 57">
              <a:extLst>
                <a:ext uri="{FF2B5EF4-FFF2-40B4-BE49-F238E27FC236}">
                  <a16:creationId xmlns:a16="http://schemas.microsoft.com/office/drawing/2014/main" id="{DA1FDE4E-122D-4C29-82D7-F15D47451A1F}"/>
                </a:ext>
              </a:extLst>
            </p:cNvPr>
            <p:cNvSpPr txBox="1"/>
            <p:nvPr/>
          </p:nvSpPr>
          <p:spPr>
            <a:xfrm>
              <a:off x="6823826" y="1112475"/>
              <a:ext cx="648000" cy="307777"/>
            </a:xfrm>
            <a:prstGeom prst="rect">
              <a:avLst/>
            </a:prstGeom>
            <a:noFill/>
          </p:spPr>
          <p:txBody>
            <a:bodyPr wrap="square" rtlCol="0">
              <a:spAutoFit/>
            </a:bodyPr>
            <a:lstStyle/>
            <a:p>
              <a:pPr algn="ct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H.bag</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 name="文本框 58">
              <a:extLst>
                <a:ext uri="{FF2B5EF4-FFF2-40B4-BE49-F238E27FC236}">
                  <a16:creationId xmlns:a16="http://schemas.microsoft.com/office/drawing/2014/main" id="{98934872-9CBA-462D-BD77-94C2DBC1CB32}"/>
                </a:ext>
              </a:extLst>
            </p:cNvPr>
            <p:cNvSpPr txBox="1"/>
            <p:nvPr/>
          </p:nvSpPr>
          <p:spPr>
            <a:xfrm>
              <a:off x="7741555" y="1112475"/>
              <a:ext cx="540000" cy="307777"/>
            </a:xfrm>
            <a:prstGeom prst="rect">
              <a:avLst/>
            </a:prstGeom>
            <a:noFill/>
          </p:spPr>
          <p:txBody>
            <a:bodyPr wrap="square" rtlCol="0">
              <a:spAutoFit/>
            </a:bodyPr>
            <a:lstStyle/>
            <a:p>
              <a:pPr algn="ctr"/>
              <a:r>
                <a:rPr lang="en-US" altLang="zh-CN" sz="1400" dirty="0">
                  <a:latin typeface="Times New Roman" panose="02020603050405020304" pitchFamily="18" charset="0"/>
                  <a:ea typeface="宋体" panose="02010600030101010101" pitchFamily="2" charset="-122"/>
                  <a:cs typeface="Times New Roman" panose="02020603050405020304" pitchFamily="18" charset="0"/>
                </a:rPr>
                <a:t>bag</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0" name="文本框 59">
              <a:extLst>
                <a:ext uri="{FF2B5EF4-FFF2-40B4-BE49-F238E27FC236}">
                  <a16:creationId xmlns:a16="http://schemas.microsoft.com/office/drawing/2014/main" id="{F48C6684-FB8F-4A38-BEFB-FBFBCF055DE5}"/>
                </a:ext>
              </a:extLst>
            </p:cNvPr>
            <p:cNvSpPr txBox="1"/>
            <p:nvPr/>
          </p:nvSpPr>
          <p:spPr>
            <a:xfrm>
              <a:off x="8487093" y="1112475"/>
              <a:ext cx="756000" cy="307777"/>
            </a:xfrm>
            <a:prstGeom prst="rect">
              <a:avLst/>
            </a:prstGeom>
            <a:noFill/>
          </p:spPr>
          <p:txBody>
            <a:bodyPr wrap="square" rtlCol="0">
              <a:spAutoFit/>
            </a:bodyPr>
            <a:lstStyle/>
            <a:p>
              <a:pPr algn="ct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C.shoes</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1" name="文本框 60">
              <a:extLst>
                <a:ext uri="{FF2B5EF4-FFF2-40B4-BE49-F238E27FC236}">
                  <a16:creationId xmlns:a16="http://schemas.microsoft.com/office/drawing/2014/main" id="{860DD35B-7336-4BB1-8983-2C1A4ADA2FD6}"/>
                </a:ext>
              </a:extLst>
            </p:cNvPr>
            <p:cNvSpPr txBox="1"/>
            <p:nvPr/>
          </p:nvSpPr>
          <p:spPr>
            <a:xfrm>
              <a:off x="9444189" y="1112475"/>
              <a:ext cx="540000" cy="307777"/>
            </a:xfrm>
            <a:prstGeom prst="rect">
              <a:avLst/>
            </a:prstGeom>
            <a:noFill/>
          </p:spPr>
          <p:txBody>
            <a:bodyPr wrap="square" rtlCol="0">
              <a:spAutoFit/>
            </a:bodyPr>
            <a:lstStyle/>
            <a:p>
              <a:pPr algn="ct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C.up</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 name="文本框 61">
              <a:extLst>
                <a:ext uri="{FF2B5EF4-FFF2-40B4-BE49-F238E27FC236}">
                  <a16:creationId xmlns:a16="http://schemas.microsoft.com/office/drawing/2014/main" id="{95370537-F9DC-44BD-BBD5-4C666734A153}"/>
                </a:ext>
              </a:extLst>
            </p:cNvPr>
            <p:cNvSpPr txBox="1"/>
            <p:nvPr/>
          </p:nvSpPr>
          <p:spPr>
            <a:xfrm>
              <a:off x="10229789" y="1112475"/>
              <a:ext cx="684000" cy="307777"/>
            </a:xfrm>
            <a:prstGeom prst="rect">
              <a:avLst/>
            </a:prstGeom>
            <a:noFill/>
          </p:spPr>
          <p:txBody>
            <a:bodyPr wrap="square" rtlCol="0">
              <a:spAutoFit/>
            </a:bodyPr>
            <a:lstStyle/>
            <a:p>
              <a:pPr algn="ctr"/>
              <a:r>
                <a:rPr lang="en-US" altLang="zh-CN" sz="1400" dirty="0" err="1">
                  <a:latin typeface="Times New Roman" panose="02020603050405020304" pitchFamily="18" charset="0"/>
                  <a:ea typeface="宋体" panose="02010600030101010101" pitchFamily="2" charset="-122"/>
                  <a:cs typeface="Times New Roman" panose="02020603050405020304" pitchFamily="18" charset="0"/>
                </a:rPr>
                <a:t>C.low</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grpSp>
    </p:spTree>
    <p:extLst>
      <p:ext uri="{BB962C8B-B14F-4D97-AF65-F5344CB8AC3E}">
        <p14:creationId xmlns:p14="http://schemas.microsoft.com/office/powerpoint/2010/main" val="340419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4872000" y="387423"/>
            <a:ext cx="244800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报告提纲</a:t>
            </a:r>
            <a:endParaRPr lang="zh-CN" altLang="en-US" sz="4400" dirty="0"/>
          </a:p>
        </p:txBody>
      </p:sp>
      <p:sp>
        <p:nvSpPr>
          <p:cNvPr id="10" name="文本框 9">
            <a:extLst>
              <a:ext uri="{FF2B5EF4-FFF2-40B4-BE49-F238E27FC236}">
                <a16:creationId xmlns:a16="http://schemas.microsoft.com/office/drawing/2014/main" id="{0FF5A03C-D32D-49A7-89A1-1F8BDF1866FF}"/>
              </a:ext>
            </a:extLst>
          </p:cNvPr>
          <p:cNvSpPr txBox="1"/>
          <p:nvPr/>
        </p:nvSpPr>
        <p:spPr>
          <a:xfrm>
            <a:off x="812799" y="1471111"/>
            <a:ext cx="11101033" cy="328647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zh-CN" altLang="en-US" sz="3600" dirty="0">
                <a:solidFill>
                  <a:schemeClr val="bg1">
                    <a:lumMod val="75000"/>
                  </a:schemeClr>
                </a:solidFill>
                <a:latin typeface="楷体" panose="02010609060101010101" pitchFamily="49" charset="-122"/>
                <a:ea typeface="楷体" panose="02010609060101010101" pitchFamily="49" charset="-122"/>
              </a:rPr>
              <a:t>研究背景及意义</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solidFill>
                  <a:schemeClr val="bg1">
                    <a:lumMod val="75000"/>
                  </a:schemeClr>
                </a:solidFill>
                <a:latin typeface="楷体" panose="02010609060101010101" pitchFamily="49" charset="-122"/>
                <a:ea typeface="楷体" panose="02010609060101010101" pitchFamily="49" charset="-122"/>
              </a:rPr>
              <a:t>基于卷积神经网络的属性特征学习与融合</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latin typeface="楷体" panose="02010609060101010101" pitchFamily="49" charset="-122"/>
                <a:ea typeface="楷体" panose="02010609060101010101" pitchFamily="49" charset="-122"/>
              </a:rPr>
              <a:t>基于对抗学习的领域自适应特征学习</a:t>
            </a:r>
            <a:endParaRPr lang="en-US" altLang="zh-CN" sz="3600" dirty="0">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solidFill>
                  <a:schemeClr val="bg1">
                    <a:lumMod val="75000"/>
                  </a:schemeClr>
                </a:solidFill>
                <a:latin typeface="楷体" panose="02010609060101010101" pitchFamily="49" charset="-122"/>
                <a:ea typeface="楷体" panose="02010609060101010101" pitchFamily="49" charset="-122"/>
              </a:rPr>
              <a:t>总结与展望</a:t>
            </a:r>
          </a:p>
        </p:txBody>
      </p:sp>
    </p:spTree>
    <p:extLst>
      <p:ext uri="{BB962C8B-B14F-4D97-AF65-F5344CB8AC3E}">
        <p14:creationId xmlns:p14="http://schemas.microsoft.com/office/powerpoint/2010/main" val="189934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9686498"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无监督领域自适应的特征学习研究现状</a:t>
            </a:r>
          </a:p>
        </p:txBody>
      </p:sp>
      <p:grpSp>
        <p:nvGrpSpPr>
          <p:cNvPr id="3" name="组合 2">
            <a:extLst>
              <a:ext uri="{FF2B5EF4-FFF2-40B4-BE49-F238E27FC236}">
                <a16:creationId xmlns:a16="http://schemas.microsoft.com/office/drawing/2014/main" id="{BB8D6A07-A8F3-4A00-A09F-27A606768917}"/>
              </a:ext>
            </a:extLst>
          </p:cNvPr>
          <p:cNvGrpSpPr/>
          <p:nvPr/>
        </p:nvGrpSpPr>
        <p:grpSpPr>
          <a:xfrm>
            <a:off x="699906" y="1237317"/>
            <a:ext cx="5252980" cy="2627716"/>
            <a:chOff x="575954" y="1224117"/>
            <a:chExt cx="5252980" cy="2627716"/>
          </a:xfrm>
        </p:grpSpPr>
        <p:grpSp>
          <p:nvGrpSpPr>
            <p:cNvPr id="2" name="组合 1">
              <a:extLst>
                <a:ext uri="{FF2B5EF4-FFF2-40B4-BE49-F238E27FC236}">
                  <a16:creationId xmlns:a16="http://schemas.microsoft.com/office/drawing/2014/main" id="{199CA6F3-3839-47E1-A3A8-C3CAB84A5DA9}"/>
                </a:ext>
              </a:extLst>
            </p:cNvPr>
            <p:cNvGrpSpPr/>
            <p:nvPr/>
          </p:nvGrpSpPr>
          <p:grpSpPr>
            <a:xfrm>
              <a:off x="1174109" y="1771246"/>
              <a:ext cx="4654825" cy="2080587"/>
              <a:chOff x="1112829" y="1676015"/>
              <a:chExt cx="4654825" cy="2080587"/>
            </a:xfrm>
          </p:grpSpPr>
          <p:grpSp>
            <p:nvGrpSpPr>
              <p:cNvPr id="4" name="组合 3">
                <a:extLst>
                  <a:ext uri="{FF2B5EF4-FFF2-40B4-BE49-F238E27FC236}">
                    <a16:creationId xmlns:a16="http://schemas.microsoft.com/office/drawing/2014/main" id="{9E56B670-5AEA-4BD1-8A88-F004EB50C7F4}"/>
                  </a:ext>
                </a:extLst>
              </p:cNvPr>
              <p:cNvGrpSpPr/>
              <p:nvPr/>
            </p:nvGrpSpPr>
            <p:grpSpPr>
              <a:xfrm>
                <a:off x="1112829" y="1992539"/>
                <a:ext cx="1857600" cy="1764063"/>
                <a:chOff x="1249200" y="1684021"/>
                <a:chExt cx="1857600" cy="1764063"/>
              </a:xfrm>
            </p:grpSpPr>
            <p:pic>
              <p:nvPicPr>
                <p:cNvPr id="51" name="图片 50" descr="模糊的照片&#10;&#10;描述已自动生成">
                  <a:extLst>
                    <a:ext uri="{FF2B5EF4-FFF2-40B4-BE49-F238E27FC236}">
                      <a16:creationId xmlns:a16="http://schemas.microsoft.com/office/drawing/2014/main" id="{8DEED782-B1B2-4C53-805A-2D21BD32EB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9636" y="1684021"/>
                  <a:ext cx="432000" cy="864000"/>
                </a:xfrm>
                <a:prstGeom prst="rect">
                  <a:avLst/>
                </a:prstGeom>
              </p:spPr>
            </p:pic>
            <p:pic>
              <p:nvPicPr>
                <p:cNvPr id="54" name="图片 53">
                  <a:extLst>
                    <a:ext uri="{FF2B5EF4-FFF2-40B4-BE49-F238E27FC236}">
                      <a16:creationId xmlns:a16="http://schemas.microsoft.com/office/drawing/2014/main" id="{18710161-EC6D-4A9E-B5A2-E8CC8C7D731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23838" y="1684021"/>
                  <a:ext cx="432000" cy="864000"/>
                </a:xfrm>
                <a:prstGeom prst="rect">
                  <a:avLst/>
                </a:prstGeom>
              </p:spPr>
            </p:pic>
            <p:pic>
              <p:nvPicPr>
                <p:cNvPr id="55" name="图片 54">
                  <a:extLst>
                    <a:ext uri="{FF2B5EF4-FFF2-40B4-BE49-F238E27FC236}">
                      <a16:creationId xmlns:a16="http://schemas.microsoft.com/office/drawing/2014/main" id="{5E42C393-48A6-4AD6-A66F-388867EBCC5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98040" y="1684021"/>
                  <a:ext cx="432000" cy="864000"/>
                </a:xfrm>
                <a:prstGeom prst="rect">
                  <a:avLst/>
                </a:prstGeom>
              </p:spPr>
            </p:pic>
            <p:pic>
              <p:nvPicPr>
                <p:cNvPr id="56" name="图片 55">
                  <a:extLst>
                    <a:ext uri="{FF2B5EF4-FFF2-40B4-BE49-F238E27FC236}">
                      <a16:creationId xmlns:a16="http://schemas.microsoft.com/office/drawing/2014/main" id="{BA8D42F7-1172-453B-A75D-D9484FCD73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74800" y="1684021"/>
                  <a:ext cx="432000" cy="864000"/>
                </a:xfrm>
                <a:prstGeom prst="rect">
                  <a:avLst/>
                </a:prstGeom>
              </p:spPr>
            </p:pic>
            <p:pic>
              <p:nvPicPr>
                <p:cNvPr id="39" name="图片 38">
                  <a:extLst>
                    <a:ext uri="{FF2B5EF4-FFF2-40B4-BE49-F238E27FC236}">
                      <a16:creationId xmlns:a16="http://schemas.microsoft.com/office/drawing/2014/main" id="{7800C1B5-9AF7-4321-A1CE-7D22B3563F6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74800" y="2583471"/>
                  <a:ext cx="432000" cy="864000"/>
                </a:xfrm>
                <a:prstGeom prst="rect">
                  <a:avLst/>
                </a:prstGeom>
              </p:spPr>
            </p:pic>
            <p:pic>
              <p:nvPicPr>
                <p:cNvPr id="40" name="图片 39" descr="模糊的人&#10;&#10;描述已自动生成">
                  <a:extLst>
                    <a:ext uri="{FF2B5EF4-FFF2-40B4-BE49-F238E27FC236}">
                      <a16:creationId xmlns:a16="http://schemas.microsoft.com/office/drawing/2014/main" id="{AC1DE631-B4EE-47CC-80D2-DC4DDDDCF12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99600" y="2583471"/>
                  <a:ext cx="432000" cy="864000"/>
                </a:xfrm>
                <a:prstGeom prst="rect">
                  <a:avLst/>
                </a:prstGeom>
              </p:spPr>
            </p:pic>
            <p:pic>
              <p:nvPicPr>
                <p:cNvPr id="41" name="图片 40">
                  <a:extLst>
                    <a:ext uri="{FF2B5EF4-FFF2-40B4-BE49-F238E27FC236}">
                      <a16:creationId xmlns:a16="http://schemas.microsoft.com/office/drawing/2014/main" id="{0F82F809-FF31-4C36-95D0-F750CE18B3D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249200" y="2584084"/>
                  <a:ext cx="432000" cy="864000"/>
                </a:xfrm>
                <a:prstGeom prst="rect">
                  <a:avLst/>
                </a:prstGeom>
              </p:spPr>
            </p:pic>
            <p:pic>
              <p:nvPicPr>
                <p:cNvPr id="43" name="图片 42">
                  <a:extLst>
                    <a:ext uri="{FF2B5EF4-FFF2-40B4-BE49-F238E27FC236}">
                      <a16:creationId xmlns:a16="http://schemas.microsoft.com/office/drawing/2014/main" id="{E9A4835E-9BB5-4C84-9E6F-C7F42713BE0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724400" y="2583471"/>
                  <a:ext cx="432000" cy="864000"/>
                </a:xfrm>
                <a:prstGeom prst="rect">
                  <a:avLst/>
                </a:prstGeom>
              </p:spPr>
            </p:pic>
          </p:grpSp>
          <p:grpSp>
            <p:nvGrpSpPr>
              <p:cNvPr id="89" name="组合 88">
                <a:extLst>
                  <a:ext uri="{FF2B5EF4-FFF2-40B4-BE49-F238E27FC236}">
                    <a16:creationId xmlns:a16="http://schemas.microsoft.com/office/drawing/2014/main" id="{4FDBEA56-DBE9-4069-B96B-E294CCF75960}"/>
                  </a:ext>
                </a:extLst>
              </p:cNvPr>
              <p:cNvGrpSpPr/>
              <p:nvPr/>
            </p:nvGrpSpPr>
            <p:grpSpPr>
              <a:xfrm>
                <a:off x="3815136" y="1992570"/>
                <a:ext cx="1857600" cy="1764000"/>
                <a:chOff x="4080822" y="1656256"/>
                <a:chExt cx="1857600" cy="1764000"/>
              </a:xfrm>
            </p:grpSpPr>
            <p:pic>
              <p:nvPicPr>
                <p:cNvPr id="30" name="图片 29" descr="水中的人&#10;&#10;描述已自动生成">
                  <a:extLst>
                    <a:ext uri="{FF2B5EF4-FFF2-40B4-BE49-F238E27FC236}">
                      <a16:creationId xmlns:a16="http://schemas.microsoft.com/office/drawing/2014/main" id="{FF60D728-ECD6-42C8-8BA4-D56E240A93E6}"/>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5506422" y="2556256"/>
                  <a:ext cx="432000" cy="864000"/>
                </a:xfrm>
                <a:prstGeom prst="rect">
                  <a:avLst/>
                </a:prstGeom>
              </p:spPr>
            </p:pic>
            <p:pic>
              <p:nvPicPr>
                <p:cNvPr id="31" name="图片 30" descr="模糊的骑自行车的人&#10;&#10;描述已自动生成">
                  <a:extLst>
                    <a:ext uri="{FF2B5EF4-FFF2-40B4-BE49-F238E27FC236}">
                      <a16:creationId xmlns:a16="http://schemas.microsoft.com/office/drawing/2014/main" id="{964BFCB2-E886-439A-9A7A-789A06DC8E83}"/>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5031222" y="2556256"/>
                  <a:ext cx="432000" cy="864000"/>
                </a:xfrm>
                <a:prstGeom prst="rect">
                  <a:avLst/>
                </a:prstGeom>
              </p:spPr>
            </p:pic>
            <p:pic>
              <p:nvPicPr>
                <p:cNvPr id="32" name="图片 31" descr="模糊的骑自行车的人&#10;&#10;描述已自动生成">
                  <a:extLst>
                    <a:ext uri="{FF2B5EF4-FFF2-40B4-BE49-F238E27FC236}">
                      <a16:creationId xmlns:a16="http://schemas.microsoft.com/office/drawing/2014/main" id="{68283543-630C-46F9-8170-042C5AB9D571}"/>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4080822" y="2556256"/>
                  <a:ext cx="432000" cy="864000"/>
                </a:xfrm>
                <a:prstGeom prst="rect">
                  <a:avLst/>
                </a:prstGeom>
              </p:spPr>
            </p:pic>
            <p:pic>
              <p:nvPicPr>
                <p:cNvPr id="34" name="图片 33" descr="路上的鸭子&#10;&#10;描述已自动生成">
                  <a:extLst>
                    <a:ext uri="{FF2B5EF4-FFF2-40B4-BE49-F238E27FC236}">
                      <a16:creationId xmlns:a16="http://schemas.microsoft.com/office/drawing/2014/main" id="{E76CA430-0AB1-4F2F-9A5D-B2F4E11291B6}"/>
                    </a:ext>
                  </a:extLst>
                </p:cNvPr>
                <p:cNvPicPr>
                  <a:picLocks/>
                </p:cNvPicPr>
                <p:nvPr/>
              </p:nvPicPr>
              <p:blipFill>
                <a:blip r:embed="rId16">
                  <a:extLst>
                    <a:ext uri="{28A0092B-C50C-407E-A947-70E740481C1C}">
                      <a14:useLocalDpi xmlns:a14="http://schemas.microsoft.com/office/drawing/2010/main" val="0"/>
                    </a:ext>
                  </a:extLst>
                </a:blip>
                <a:stretch>
                  <a:fillRect/>
                </a:stretch>
              </p:blipFill>
              <p:spPr>
                <a:xfrm>
                  <a:off x="4556022" y="2556256"/>
                  <a:ext cx="432000" cy="864000"/>
                </a:xfrm>
                <a:prstGeom prst="rect">
                  <a:avLst/>
                </a:prstGeom>
              </p:spPr>
            </p:pic>
            <p:pic>
              <p:nvPicPr>
                <p:cNvPr id="26" name="图片 25" descr="模糊的照片&#10;&#10;低可信度描述已自动生成">
                  <a:extLst>
                    <a:ext uri="{FF2B5EF4-FFF2-40B4-BE49-F238E27FC236}">
                      <a16:creationId xmlns:a16="http://schemas.microsoft.com/office/drawing/2014/main" id="{03EB0774-BC6E-4842-9B0E-C50D203E94F8}"/>
                    </a:ext>
                  </a:extLst>
                </p:cNvPr>
                <p:cNvPicPr>
                  <a:picLocks/>
                </p:cNvPicPr>
                <p:nvPr/>
              </p:nvPicPr>
              <p:blipFill>
                <a:blip r:embed="rId17">
                  <a:extLst>
                    <a:ext uri="{28A0092B-C50C-407E-A947-70E740481C1C}">
                      <a14:useLocalDpi xmlns:a14="http://schemas.microsoft.com/office/drawing/2010/main" val="0"/>
                    </a:ext>
                  </a:extLst>
                </a:blip>
                <a:stretch>
                  <a:fillRect/>
                </a:stretch>
              </p:blipFill>
              <p:spPr>
                <a:xfrm>
                  <a:off x="4556022" y="1656256"/>
                  <a:ext cx="432000" cy="864000"/>
                </a:xfrm>
                <a:prstGeom prst="rect">
                  <a:avLst/>
                </a:prstGeom>
              </p:spPr>
            </p:pic>
            <p:pic>
              <p:nvPicPr>
                <p:cNvPr id="27" name="图片 26" descr="模糊的摩托车&#10;&#10;描述已自动生成">
                  <a:extLst>
                    <a:ext uri="{FF2B5EF4-FFF2-40B4-BE49-F238E27FC236}">
                      <a16:creationId xmlns:a16="http://schemas.microsoft.com/office/drawing/2014/main" id="{1924E59A-A6B5-4058-8C64-26C3F77D0FC2}"/>
                    </a:ext>
                  </a:extLst>
                </p:cNvPr>
                <p:cNvPicPr>
                  <a:picLocks/>
                </p:cNvPicPr>
                <p:nvPr/>
              </p:nvPicPr>
              <p:blipFill>
                <a:blip r:embed="rId18">
                  <a:extLst>
                    <a:ext uri="{28A0092B-C50C-407E-A947-70E740481C1C}">
                      <a14:useLocalDpi xmlns:a14="http://schemas.microsoft.com/office/drawing/2010/main" val="0"/>
                    </a:ext>
                  </a:extLst>
                </a:blip>
                <a:stretch>
                  <a:fillRect/>
                </a:stretch>
              </p:blipFill>
              <p:spPr>
                <a:xfrm>
                  <a:off x="5029535" y="1656256"/>
                  <a:ext cx="432000" cy="864000"/>
                </a:xfrm>
                <a:prstGeom prst="rect">
                  <a:avLst/>
                </a:prstGeom>
              </p:spPr>
            </p:pic>
            <p:pic>
              <p:nvPicPr>
                <p:cNvPr id="28" name="图片 27" descr="模糊的照片&#10;&#10;描述已自动生成">
                  <a:extLst>
                    <a:ext uri="{FF2B5EF4-FFF2-40B4-BE49-F238E27FC236}">
                      <a16:creationId xmlns:a16="http://schemas.microsoft.com/office/drawing/2014/main" id="{FB925545-BF00-4A57-99C4-7C8D64F22ABD}"/>
                    </a:ext>
                  </a:extLst>
                </p:cNvPr>
                <p:cNvPicPr>
                  <a:picLocks/>
                </p:cNvPicPr>
                <p:nvPr/>
              </p:nvPicPr>
              <p:blipFill>
                <a:blip r:embed="rId19">
                  <a:extLst>
                    <a:ext uri="{28A0092B-C50C-407E-A947-70E740481C1C}">
                      <a14:useLocalDpi xmlns:a14="http://schemas.microsoft.com/office/drawing/2010/main" val="0"/>
                    </a:ext>
                  </a:extLst>
                </a:blip>
                <a:stretch>
                  <a:fillRect/>
                </a:stretch>
              </p:blipFill>
              <p:spPr>
                <a:xfrm>
                  <a:off x="5506422" y="1656256"/>
                  <a:ext cx="432000" cy="864000"/>
                </a:xfrm>
                <a:prstGeom prst="rect">
                  <a:avLst/>
                </a:prstGeom>
              </p:spPr>
            </p:pic>
            <p:pic>
              <p:nvPicPr>
                <p:cNvPr id="29" name="图片 28" descr="模糊的赛车&#10;&#10;描述已自动生成">
                  <a:extLst>
                    <a:ext uri="{FF2B5EF4-FFF2-40B4-BE49-F238E27FC236}">
                      <a16:creationId xmlns:a16="http://schemas.microsoft.com/office/drawing/2014/main" id="{35DD4EA6-51E0-4A84-B623-5D74220CBE2C}"/>
                    </a:ext>
                  </a:extLst>
                </p:cNvPr>
                <p:cNvPicPr>
                  <a:picLocks/>
                </p:cNvPicPr>
                <p:nvPr/>
              </p:nvPicPr>
              <p:blipFill>
                <a:blip r:embed="rId20">
                  <a:extLst>
                    <a:ext uri="{28A0092B-C50C-407E-A947-70E740481C1C}">
                      <a14:useLocalDpi xmlns:a14="http://schemas.microsoft.com/office/drawing/2010/main" val="0"/>
                    </a:ext>
                  </a:extLst>
                </a:blip>
                <a:stretch>
                  <a:fillRect/>
                </a:stretch>
              </p:blipFill>
              <p:spPr>
                <a:xfrm>
                  <a:off x="4080985" y="1656256"/>
                  <a:ext cx="432000" cy="864000"/>
                </a:xfrm>
                <a:prstGeom prst="rect">
                  <a:avLst/>
                </a:prstGeom>
              </p:spPr>
            </p:pic>
          </p:grpSp>
          <p:sp>
            <p:nvSpPr>
              <p:cNvPr id="12" name="文本框 11">
                <a:extLst>
                  <a:ext uri="{FF2B5EF4-FFF2-40B4-BE49-F238E27FC236}">
                    <a16:creationId xmlns:a16="http://schemas.microsoft.com/office/drawing/2014/main" id="{68F9C182-9DAD-47D8-9E86-DF09BDDBEE86}"/>
                  </a:ext>
                </a:extLst>
              </p:cNvPr>
              <p:cNvSpPr txBox="1"/>
              <p:nvPr/>
            </p:nvSpPr>
            <p:spPr>
              <a:xfrm>
                <a:off x="1398825" y="1676015"/>
                <a:ext cx="1297150" cy="276999"/>
              </a:xfrm>
              <a:prstGeom prst="rect">
                <a:avLst/>
              </a:prstGeom>
              <a:noFill/>
            </p:spPr>
            <p:txBody>
              <a:bodyPr wrap="none" rtlCol="0">
                <a:spAutoFit/>
              </a:bodyPr>
              <a:lstStyle/>
              <a:p>
                <a:pPr algn="ctr"/>
                <a:r>
                  <a:rPr lang="en-US" altLang="zh-CN" sz="1200" dirty="0">
                    <a:latin typeface="Times New Roman" panose="02020603050405020304" pitchFamily="18" charset="0"/>
                    <a:ea typeface="宋体" panose="02010600030101010101" pitchFamily="2" charset="-122"/>
                    <a:cs typeface="Times New Roman" panose="02020603050405020304" pitchFamily="18" charset="0"/>
                  </a:rPr>
                  <a:t>Market-1501</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图片</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文本框 12">
                <a:extLst>
                  <a:ext uri="{FF2B5EF4-FFF2-40B4-BE49-F238E27FC236}">
                    <a16:creationId xmlns:a16="http://schemas.microsoft.com/office/drawing/2014/main" id="{1183C7F9-184D-45E1-9047-32945F6296A9}"/>
                  </a:ext>
                </a:extLst>
              </p:cNvPr>
              <p:cNvSpPr txBox="1"/>
              <p:nvPr/>
            </p:nvSpPr>
            <p:spPr>
              <a:xfrm>
                <a:off x="3677018" y="1676015"/>
                <a:ext cx="2090636" cy="276999"/>
              </a:xfrm>
              <a:prstGeom prst="rect">
                <a:avLst/>
              </a:prstGeom>
              <a:noFill/>
            </p:spPr>
            <p:txBody>
              <a:bodyPr wrap="none" rtlCol="0">
                <a:spAutoFit/>
              </a:bodyPr>
              <a:lstStyle/>
              <a:p>
                <a:pPr algn="ct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转换成</a:t>
                </a:r>
                <a:r>
                  <a:rPr lang="en-US" altLang="zh-CN" sz="1200" dirty="0" err="1">
                    <a:latin typeface="Times New Roman" panose="02020603050405020304" pitchFamily="18" charset="0"/>
                    <a:ea typeface="宋体" panose="02010600030101010101" pitchFamily="2" charset="-122"/>
                    <a:cs typeface="Times New Roman" panose="02020603050405020304" pitchFamily="18" charset="0"/>
                  </a:rPr>
                  <a:t>DukeMTMC-reID</a:t>
                </a:r>
                <a:r>
                  <a:rPr lang="zh-CN" altLang="en-US" sz="1200" dirty="0">
                    <a:latin typeface="Times New Roman" panose="02020603050405020304" pitchFamily="18" charset="0"/>
                    <a:ea typeface="宋体" panose="02010600030101010101" pitchFamily="2" charset="-122"/>
                    <a:cs typeface="Times New Roman" panose="02020603050405020304" pitchFamily="18" charset="0"/>
                  </a:rPr>
                  <a:t>风格</a:t>
                </a:r>
                <a:endParaRPr lang="zh-CN" altLang="en-US" sz="14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箭头: 右 13">
                <a:extLst>
                  <a:ext uri="{FF2B5EF4-FFF2-40B4-BE49-F238E27FC236}">
                    <a16:creationId xmlns:a16="http://schemas.microsoft.com/office/drawing/2014/main" id="{668F53A7-209A-4CA1-A925-7B733DC31511}"/>
                  </a:ext>
                </a:extLst>
              </p:cNvPr>
              <p:cNvSpPr/>
              <p:nvPr/>
            </p:nvSpPr>
            <p:spPr>
              <a:xfrm>
                <a:off x="3222894" y="2729395"/>
                <a:ext cx="360000" cy="288000"/>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0" name="文本框 89">
              <a:extLst>
                <a:ext uri="{FF2B5EF4-FFF2-40B4-BE49-F238E27FC236}">
                  <a16:creationId xmlns:a16="http://schemas.microsoft.com/office/drawing/2014/main" id="{ABFAF902-07BA-4192-8C4B-980E1EA999EB}"/>
                </a:ext>
              </a:extLst>
            </p:cNvPr>
            <p:cNvSpPr txBox="1"/>
            <p:nvPr/>
          </p:nvSpPr>
          <p:spPr>
            <a:xfrm>
              <a:off x="575954" y="1224117"/>
              <a:ext cx="2215561"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风格迁移</a:t>
              </a:r>
            </a:p>
          </p:txBody>
        </p:sp>
      </p:grpSp>
      <p:grpSp>
        <p:nvGrpSpPr>
          <p:cNvPr id="10" name="组合 9">
            <a:extLst>
              <a:ext uri="{FF2B5EF4-FFF2-40B4-BE49-F238E27FC236}">
                <a16:creationId xmlns:a16="http://schemas.microsoft.com/office/drawing/2014/main" id="{45BAA62E-72CF-49DA-B9DD-9FB459C46FC9}"/>
              </a:ext>
            </a:extLst>
          </p:cNvPr>
          <p:cNvGrpSpPr/>
          <p:nvPr/>
        </p:nvGrpSpPr>
        <p:grpSpPr>
          <a:xfrm>
            <a:off x="699906" y="4051261"/>
            <a:ext cx="4823888" cy="2325589"/>
            <a:chOff x="576445" y="4155684"/>
            <a:chExt cx="4823888" cy="2325589"/>
          </a:xfrm>
        </p:grpSpPr>
        <p:grpSp>
          <p:nvGrpSpPr>
            <p:cNvPr id="57" name="组合 56">
              <a:extLst>
                <a:ext uri="{FF2B5EF4-FFF2-40B4-BE49-F238E27FC236}">
                  <a16:creationId xmlns:a16="http://schemas.microsoft.com/office/drawing/2014/main" id="{5C97264B-9AD7-41C8-AE90-B218C7164CEF}"/>
                </a:ext>
              </a:extLst>
            </p:cNvPr>
            <p:cNvGrpSpPr/>
            <p:nvPr/>
          </p:nvGrpSpPr>
          <p:grpSpPr>
            <a:xfrm>
              <a:off x="1410318" y="4739718"/>
              <a:ext cx="3990015" cy="1741555"/>
              <a:chOff x="1923433" y="1350810"/>
              <a:chExt cx="3990015" cy="1741555"/>
            </a:xfrm>
          </p:grpSpPr>
          <p:sp>
            <p:nvSpPr>
              <p:cNvPr id="58" name="矩形 57">
                <a:extLst>
                  <a:ext uri="{FF2B5EF4-FFF2-40B4-BE49-F238E27FC236}">
                    <a16:creationId xmlns:a16="http://schemas.microsoft.com/office/drawing/2014/main" id="{B875B111-8C46-49F5-80C8-612B1FADFC68}"/>
                  </a:ext>
                </a:extLst>
              </p:cNvPr>
              <p:cNvSpPr/>
              <p:nvPr/>
            </p:nvSpPr>
            <p:spPr>
              <a:xfrm>
                <a:off x="2689412" y="1934318"/>
                <a:ext cx="612000" cy="612000"/>
              </a:xfrm>
              <a:prstGeom prst="rect">
                <a:avLst/>
              </a:prstGeom>
              <a:noFill/>
              <a:ln>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a:extLst>
                  <a:ext uri="{FF2B5EF4-FFF2-40B4-BE49-F238E27FC236}">
                    <a16:creationId xmlns:a16="http://schemas.microsoft.com/office/drawing/2014/main" id="{E842823C-3526-40E2-B04E-0D27DAFA4E6F}"/>
                  </a:ext>
                </a:extLst>
              </p:cNvPr>
              <p:cNvSpPr/>
              <p:nvPr/>
            </p:nvSpPr>
            <p:spPr>
              <a:xfrm>
                <a:off x="3391099" y="2042318"/>
                <a:ext cx="396000" cy="396000"/>
              </a:xfrm>
              <a:prstGeom prst="rect">
                <a:avLst/>
              </a:prstGeom>
              <a:noFill/>
              <a:ln>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 name="矩形 59">
                <a:extLst>
                  <a:ext uri="{FF2B5EF4-FFF2-40B4-BE49-F238E27FC236}">
                    <a16:creationId xmlns:a16="http://schemas.microsoft.com/office/drawing/2014/main" id="{45605E46-9411-4FF0-B2EF-7181D72C6FF0}"/>
                  </a:ext>
                </a:extLst>
              </p:cNvPr>
              <p:cNvSpPr/>
              <p:nvPr/>
            </p:nvSpPr>
            <p:spPr>
              <a:xfrm>
                <a:off x="3876786" y="2114318"/>
                <a:ext cx="252000" cy="252000"/>
              </a:xfrm>
              <a:prstGeom prst="rect">
                <a:avLst/>
              </a:prstGeom>
              <a:noFill/>
              <a:ln>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箭头: 右 60">
                <a:extLst>
                  <a:ext uri="{FF2B5EF4-FFF2-40B4-BE49-F238E27FC236}">
                    <a16:creationId xmlns:a16="http://schemas.microsoft.com/office/drawing/2014/main" id="{956B6E8B-CADC-4085-B2CD-26C2957B8ADD}"/>
                  </a:ext>
                </a:extLst>
              </p:cNvPr>
              <p:cNvSpPr/>
              <p:nvPr/>
            </p:nvSpPr>
            <p:spPr>
              <a:xfrm>
                <a:off x="2364859" y="2168318"/>
                <a:ext cx="216000" cy="144000"/>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箭头: 右 61">
                <a:extLst>
                  <a:ext uri="{FF2B5EF4-FFF2-40B4-BE49-F238E27FC236}">
                    <a16:creationId xmlns:a16="http://schemas.microsoft.com/office/drawing/2014/main" id="{C130E4DE-2BD2-4171-B40A-15F7B227132D}"/>
                  </a:ext>
                </a:extLst>
              </p:cNvPr>
              <p:cNvSpPr/>
              <p:nvPr/>
            </p:nvSpPr>
            <p:spPr>
              <a:xfrm rot="5400000">
                <a:off x="3503243" y="1748018"/>
                <a:ext cx="180000" cy="144000"/>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圆角 62">
                <a:extLst>
                  <a:ext uri="{FF2B5EF4-FFF2-40B4-BE49-F238E27FC236}">
                    <a16:creationId xmlns:a16="http://schemas.microsoft.com/office/drawing/2014/main" id="{05670C6B-3E8A-4B97-B36A-59D12DF702BD}"/>
                  </a:ext>
                </a:extLst>
              </p:cNvPr>
              <p:cNvSpPr/>
              <p:nvPr/>
            </p:nvSpPr>
            <p:spPr>
              <a:xfrm>
                <a:off x="3305243" y="1350810"/>
                <a:ext cx="576000" cy="324000"/>
              </a:xfrm>
              <a:prstGeom prst="round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宋体" panose="02010600030101010101" pitchFamily="2" charset="-122"/>
                    <a:ea typeface="宋体" panose="02010600030101010101" pitchFamily="2" charset="-122"/>
                  </a:rPr>
                  <a:t>源域</a:t>
                </a:r>
              </a:p>
            </p:txBody>
          </p:sp>
          <p:sp>
            <p:nvSpPr>
              <p:cNvPr id="64" name="矩形: 圆角 63">
                <a:extLst>
                  <a:ext uri="{FF2B5EF4-FFF2-40B4-BE49-F238E27FC236}">
                    <a16:creationId xmlns:a16="http://schemas.microsoft.com/office/drawing/2014/main" id="{032E727A-9143-49FE-84A3-8FE0D992B294}"/>
                  </a:ext>
                </a:extLst>
              </p:cNvPr>
              <p:cNvSpPr/>
              <p:nvPr/>
            </p:nvSpPr>
            <p:spPr>
              <a:xfrm>
                <a:off x="1923433" y="1952318"/>
                <a:ext cx="324000" cy="576000"/>
              </a:xfrm>
              <a:prstGeom prst="round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zh-CN" altLang="en-US" sz="1100" dirty="0">
                    <a:solidFill>
                      <a:schemeClr val="tx1"/>
                    </a:solidFill>
                    <a:latin typeface="宋体" panose="02010600030101010101" pitchFamily="2" charset="-122"/>
                    <a:ea typeface="宋体" panose="02010600030101010101" pitchFamily="2" charset="-122"/>
                  </a:rPr>
                  <a:t>目标域</a:t>
                </a:r>
              </a:p>
            </p:txBody>
          </p:sp>
          <p:sp>
            <p:nvSpPr>
              <p:cNvPr id="65" name="文本框 64">
                <a:extLst>
                  <a:ext uri="{FF2B5EF4-FFF2-40B4-BE49-F238E27FC236}">
                    <a16:creationId xmlns:a16="http://schemas.microsoft.com/office/drawing/2014/main" id="{2AC00E4D-6592-4274-BBD1-47B189EB423F}"/>
                  </a:ext>
                </a:extLst>
              </p:cNvPr>
              <p:cNvSpPr txBox="1"/>
              <p:nvPr/>
            </p:nvSpPr>
            <p:spPr>
              <a:xfrm>
                <a:off x="4101540" y="2063421"/>
                <a:ext cx="389850" cy="338554"/>
              </a:xfrm>
              <a:prstGeom prst="rect">
                <a:avLst/>
              </a:prstGeom>
              <a:noFill/>
            </p:spPr>
            <p:txBody>
              <a:bodyPr wrap="none" rtlCol="0">
                <a:spAutoFit/>
              </a:bodyPr>
              <a:lstStyle/>
              <a:p>
                <a:pPr algn="ctr"/>
                <a:r>
                  <a:rPr lang="en-US" altLang="zh-CN" sz="1600" dirty="0">
                    <a:solidFill>
                      <a:schemeClr val="bg1">
                        <a:lumMod val="50000"/>
                      </a:schemeClr>
                    </a:solidFill>
                    <a:latin typeface="宋体" panose="02010600030101010101" pitchFamily="2" charset="-122"/>
                    <a:ea typeface="宋体" panose="02010600030101010101" pitchFamily="2" charset="-122"/>
                  </a:rPr>
                  <a:t>…</a:t>
                </a:r>
                <a:endParaRPr lang="zh-CN" altLang="en-US" sz="1600" dirty="0">
                  <a:solidFill>
                    <a:schemeClr val="bg1">
                      <a:lumMod val="50000"/>
                    </a:schemeClr>
                  </a:solidFill>
                  <a:latin typeface="宋体" panose="02010600030101010101" pitchFamily="2" charset="-122"/>
                  <a:ea typeface="宋体" panose="02010600030101010101" pitchFamily="2" charset="-122"/>
                </a:endParaRPr>
              </a:p>
            </p:txBody>
          </p:sp>
          <p:sp>
            <p:nvSpPr>
              <p:cNvPr id="66" name="矩形 65">
                <a:extLst>
                  <a:ext uri="{FF2B5EF4-FFF2-40B4-BE49-F238E27FC236}">
                    <a16:creationId xmlns:a16="http://schemas.microsoft.com/office/drawing/2014/main" id="{2169C0C5-25F0-4058-A82C-0DACFC468C08}"/>
                  </a:ext>
                </a:extLst>
              </p:cNvPr>
              <p:cNvSpPr/>
              <p:nvPr/>
            </p:nvSpPr>
            <p:spPr>
              <a:xfrm>
                <a:off x="4455020" y="1954418"/>
                <a:ext cx="72000" cy="576000"/>
              </a:xfrm>
              <a:prstGeom prst="rect">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箭头: 右 66">
                <a:extLst>
                  <a:ext uri="{FF2B5EF4-FFF2-40B4-BE49-F238E27FC236}">
                    <a16:creationId xmlns:a16="http://schemas.microsoft.com/office/drawing/2014/main" id="{E304FEB1-014C-4400-AE88-195A3139DC75}"/>
                  </a:ext>
                </a:extLst>
              </p:cNvPr>
              <p:cNvSpPr/>
              <p:nvPr/>
            </p:nvSpPr>
            <p:spPr>
              <a:xfrm>
                <a:off x="4624524" y="2168318"/>
                <a:ext cx="216000" cy="144000"/>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8" name="组合 67">
                <a:extLst>
                  <a:ext uri="{FF2B5EF4-FFF2-40B4-BE49-F238E27FC236}">
                    <a16:creationId xmlns:a16="http://schemas.microsoft.com/office/drawing/2014/main" id="{318AAE5B-F17A-436B-ABC2-B6C0B027DB3C}"/>
                  </a:ext>
                </a:extLst>
              </p:cNvPr>
              <p:cNvGrpSpPr/>
              <p:nvPr/>
            </p:nvGrpSpPr>
            <p:grpSpPr>
              <a:xfrm>
                <a:off x="4583433" y="1556529"/>
                <a:ext cx="1330015" cy="1302854"/>
                <a:chOff x="5018131" y="1490489"/>
                <a:chExt cx="1330015" cy="1302854"/>
              </a:xfrm>
            </p:grpSpPr>
            <p:sp>
              <p:nvSpPr>
                <p:cNvPr id="77" name="矩形 76">
                  <a:extLst>
                    <a:ext uri="{FF2B5EF4-FFF2-40B4-BE49-F238E27FC236}">
                      <a16:creationId xmlns:a16="http://schemas.microsoft.com/office/drawing/2014/main" id="{1FF37AC2-FC4B-4255-A8DF-AF7BAC4AA563}"/>
                    </a:ext>
                  </a:extLst>
                </p:cNvPr>
                <p:cNvSpPr/>
                <p:nvPr/>
              </p:nvSpPr>
              <p:spPr>
                <a:xfrm>
                  <a:off x="5365344" y="1854668"/>
                  <a:ext cx="648000" cy="648000"/>
                </a:xfrm>
                <a:prstGeom prst="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8" name="椭圆 77">
                  <a:extLst>
                    <a:ext uri="{FF2B5EF4-FFF2-40B4-BE49-F238E27FC236}">
                      <a16:creationId xmlns:a16="http://schemas.microsoft.com/office/drawing/2014/main" id="{43A26068-4611-49FD-A4E7-8C65304DA5D8}"/>
                    </a:ext>
                  </a:extLst>
                </p:cNvPr>
                <p:cNvSpPr/>
                <p:nvPr/>
              </p:nvSpPr>
              <p:spPr>
                <a:xfrm>
                  <a:off x="5531184" y="1936861"/>
                  <a:ext cx="108000" cy="108000"/>
                </a:xfrm>
                <a:prstGeom prst="ellipse">
                  <a:avLst/>
                </a:prstGeom>
                <a:solidFill>
                  <a:srgbClr val="C66ABF"/>
                </a:solidFill>
                <a:ln>
                  <a:solidFill>
                    <a:srgbClr val="C66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a:extLst>
                    <a:ext uri="{FF2B5EF4-FFF2-40B4-BE49-F238E27FC236}">
                      <a16:creationId xmlns:a16="http://schemas.microsoft.com/office/drawing/2014/main" id="{CB508699-0CE5-4CFF-B041-CAEB4BBBFC3F}"/>
                    </a:ext>
                  </a:extLst>
                </p:cNvPr>
                <p:cNvSpPr/>
                <p:nvPr/>
              </p:nvSpPr>
              <p:spPr>
                <a:xfrm>
                  <a:off x="5445962" y="2049868"/>
                  <a:ext cx="108000" cy="108000"/>
                </a:xfrm>
                <a:prstGeom prst="ellipse">
                  <a:avLst/>
                </a:prstGeom>
                <a:solidFill>
                  <a:srgbClr val="C66ABF"/>
                </a:solidFill>
                <a:ln>
                  <a:solidFill>
                    <a:srgbClr val="C66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a:extLst>
                    <a:ext uri="{FF2B5EF4-FFF2-40B4-BE49-F238E27FC236}">
                      <a16:creationId xmlns:a16="http://schemas.microsoft.com/office/drawing/2014/main" id="{42993F60-4F30-4ED0-A15A-8EBB2EF9C455}"/>
                    </a:ext>
                  </a:extLst>
                </p:cNvPr>
                <p:cNvSpPr/>
                <p:nvPr/>
              </p:nvSpPr>
              <p:spPr>
                <a:xfrm>
                  <a:off x="5570635" y="2061260"/>
                  <a:ext cx="108000" cy="108000"/>
                </a:xfrm>
                <a:prstGeom prst="ellipse">
                  <a:avLst/>
                </a:prstGeom>
                <a:solidFill>
                  <a:srgbClr val="C66ABF"/>
                </a:solidFill>
                <a:ln>
                  <a:solidFill>
                    <a:srgbClr val="C66AB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a:extLst>
                    <a:ext uri="{FF2B5EF4-FFF2-40B4-BE49-F238E27FC236}">
                      <a16:creationId xmlns:a16="http://schemas.microsoft.com/office/drawing/2014/main" id="{DD16CB5F-827E-4CE9-A005-57A3A1C20245}"/>
                    </a:ext>
                  </a:extLst>
                </p:cNvPr>
                <p:cNvSpPr/>
                <p:nvPr/>
              </p:nvSpPr>
              <p:spPr>
                <a:xfrm>
                  <a:off x="5663068" y="2338617"/>
                  <a:ext cx="108000"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a:extLst>
                    <a:ext uri="{FF2B5EF4-FFF2-40B4-BE49-F238E27FC236}">
                      <a16:creationId xmlns:a16="http://schemas.microsoft.com/office/drawing/2014/main" id="{5F234267-40CF-4947-B4BA-92F4BA38DF51}"/>
                    </a:ext>
                  </a:extLst>
                </p:cNvPr>
                <p:cNvSpPr/>
                <p:nvPr/>
              </p:nvSpPr>
              <p:spPr>
                <a:xfrm>
                  <a:off x="5531184" y="2296406"/>
                  <a:ext cx="108000" cy="108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等腰三角形 82">
                  <a:extLst>
                    <a:ext uri="{FF2B5EF4-FFF2-40B4-BE49-F238E27FC236}">
                      <a16:creationId xmlns:a16="http://schemas.microsoft.com/office/drawing/2014/main" id="{A5947754-5F42-44B7-9142-EFCFB48FC153}"/>
                    </a:ext>
                  </a:extLst>
                </p:cNvPr>
                <p:cNvSpPr/>
                <p:nvPr/>
              </p:nvSpPr>
              <p:spPr>
                <a:xfrm>
                  <a:off x="5786506" y="2053826"/>
                  <a:ext cx="108000" cy="108000"/>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等腰三角形 83">
                  <a:extLst>
                    <a:ext uri="{FF2B5EF4-FFF2-40B4-BE49-F238E27FC236}">
                      <a16:creationId xmlns:a16="http://schemas.microsoft.com/office/drawing/2014/main" id="{7B5EA8F9-6070-411B-B2BA-A72756B2793E}"/>
                    </a:ext>
                  </a:extLst>
                </p:cNvPr>
                <p:cNvSpPr/>
                <p:nvPr/>
              </p:nvSpPr>
              <p:spPr>
                <a:xfrm>
                  <a:off x="5843969" y="2175590"/>
                  <a:ext cx="108000" cy="108000"/>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等腰三角形 84">
                  <a:extLst>
                    <a:ext uri="{FF2B5EF4-FFF2-40B4-BE49-F238E27FC236}">
                      <a16:creationId xmlns:a16="http://schemas.microsoft.com/office/drawing/2014/main" id="{616CE3A6-759A-42FA-8C7F-C1CA020745E9}"/>
                    </a:ext>
                  </a:extLst>
                </p:cNvPr>
                <p:cNvSpPr/>
                <p:nvPr/>
              </p:nvSpPr>
              <p:spPr>
                <a:xfrm>
                  <a:off x="5843969" y="1956512"/>
                  <a:ext cx="108000" cy="108000"/>
                </a:xfrm>
                <a:prstGeom prst="triangle">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弧形 85">
                  <a:extLst>
                    <a:ext uri="{FF2B5EF4-FFF2-40B4-BE49-F238E27FC236}">
                      <a16:creationId xmlns:a16="http://schemas.microsoft.com/office/drawing/2014/main" id="{70AFE834-C36B-479C-ADC1-3E6F2AC1FDC4}"/>
                    </a:ext>
                  </a:extLst>
                </p:cNvPr>
                <p:cNvSpPr/>
                <p:nvPr/>
              </p:nvSpPr>
              <p:spPr>
                <a:xfrm rot="9565501">
                  <a:off x="5765416" y="1490489"/>
                  <a:ext cx="582730" cy="1302854"/>
                </a:xfrm>
                <a:prstGeom prst="arc">
                  <a:avLst>
                    <a:gd name="adj1" fmla="val 18984729"/>
                    <a:gd name="adj2" fmla="val 3553433"/>
                  </a:avLst>
                </a:prstGeom>
                <a:ln w="19050">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7" name="弧形 86">
                  <a:extLst>
                    <a:ext uri="{FF2B5EF4-FFF2-40B4-BE49-F238E27FC236}">
                      <a16:creationId xmlns:a16="http://schemas.microsoft.com/office/drawing/2014/main" id="{6A936B91-0DC6-4F4B-B8A5-B46708DEAA6F}"/>
                    </a:ext>
                  </a:extLst>
                </p:cNvPr>
                <p:cNvSpPr/>
                <p:nvPr/>
              </p:nvSpPr>
              <p:spPr>
                <a:xfrm rot="15511139">
                  <a:off x="5419381" y="1830135"/>
                  <a:ext cx="491400" cy="1293899"/>
                </a:xfrm>
                <a:prstGeom prst="arc">
                  <a:avLst>
                    <a:gd name="adj1" fmla="val 18991753"/>
                    <a:gd name="adj2" fmla="val 2336740"/>
                  </a:avLst>
                </a:prstGeom>
                <a:ln w="19050">
                  <a:solidFill>
                    <a:schemeClr val="bg1">
                      <a:lumMod val="50000"/>
                    </a:schemeClr>
                  </a:solidFill>
                  <a:prstDash val="lg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69" name="箭头: 右 68">
                <a:extLst>
                  <a:ext uri="{FF2B5EF4-FFF2-40B4-BE49-F238E27FC236}">
                    <a16:creationId xmlns:a16="http://schemas.microsoft.com/office/drawing/2014/main" id="{D7C800EC-53DE-4EFD-ACB0-2D46651B105A}"/>
                  </a:ext>
                </a:extLst>
              </p:cNvPr>
              <p:cNvSpPr/>
              <p:nvPr/>
            </p:nvSpPr>
            <p:spPr>
              <a:xfrm rot="5400000">
                <a:off x="5180940" y="2620623"/>
                <a:ext cx="144000" cy="144000"/>
              </a:xfrm>
              <a:prstGeom prs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a:extLst>
                  <a:ext uri="{FF2B5EF4-FFF2-40B4-BE49-F238E27FC236}">
                    <a16:creationId xmlns:a16="http://schemas.microsoft.com/office/drawing/2014/main" id="{10ED5437-DEFB-4A6E-A9B8-2E2329D0EA16}"/>
                  </a:ext>
                </a:extLst>
              </p:cNvPr>
              <p:cNvSpPr/>
              <p:nvPr/>
            </p:nvSpPr>
            <p:spPr>
              <a:xfrm>
                <a:off x="4964940" y="2804365"/>
                <a:ext cx="576000" cy="288000"/>
              </a:xfrm>
              <a:prstGeom prst="rect">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00" dirty="0">
                    <a:solidFill>
                      <a:schemeClr val="tx1"/>
                    </a:solidFill>
                    <a:latin typeface="宋体" panose="02010600030101010101" pitchFamily="2" charset="-122"/>
                    <a:ea typeface="宋体" panose="02010600030101010101" pitchFamily="2" charset="-122"/>
                  </a:rPr>
                  <a:t>伪标签</a:t>
                </a:r>
              </a:p>
            </p:txBody>
          </p:sp>
          <p:sp>
            <p:nvSpPr>
              <p:cNvPr id="71" name="箭头: 直角上 70">
                <a:extLst>
                  <a:ext uri="{FF2B5EF4-FFF2-40B4-BE49-F238E27FC236}">
                    <a16:creationId xmlns:a16="http://schemas.microsoft.com/office/drawing/2014/main" id="{C28480F7-15B3-4D5E-8488-091536464C4C}"/>
                  </a:ext>
                </a:extLst>
              </p:cNvPr>
              <p:cNvSpPr/>
              <p:nvPr/>
            </p:nvSpPr>
            <p:spPr>
              <a:xfrm flipH="1">
                <a:off x="3492845" y="2660953"/>
                <a:ext cx="1116000" cy="324000"/>
              </a:xfrm>
              <a:prstGeom prst="bentUpArrow">
                <a:avLst>
                  <a:gd name="adj1" fmla="val 20543"/>
                  <a:gd name="adj2" fmla="val 26836"/>
                  <a:gd name="adj3" fmla="val 25000"/>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a:extLst>
                  <a:ext uri="{FF2B5EF4-FFF2-40B4-BE49-F238E27FC236}">
                    <a16:creationId xmlns:a16="http://schemas.microsoft.com/office/drawing/2014/main" id="{E43BCFAB-AAE0-4F7D-B503-CB24638BA6F6}"/>
                  </a:ext>
                </a:extLst>
              </p:cNvPr>
              <p:cNvSpPr txBox="1"/>
              <p:nvPr/>
            </p:nvSpPr>
            <p:spPr>
              <a:xfrm>
                <a:off x="3646705" y="1705588"/>
                <a:ext cx="697627" cy="246221"/>
              </a:xfrm>
              <a:prstGeom prst="rect">
                <a:avLst/>
              </a:prstGeom>
              <a:noFill/>
            </p:spPr>
            <p:txBody>
              <a:bodyPr wrap="none" rtlCol="0">
                <a:spAutoFit/>
              </a:bodyPr>
              <a:lstStyle/>
              <a:p>
                <a:r>
                  <a:rPr lang="en-US" altLang="zh-CN" sz="1000" dirty="0">
                    <a:latin typeface="Times New Roman" panose="02020603050405020304" pitchFamily="18" charset="0"/>
                    <a:ea typeface="宋体" panose="02010600030101010101" pitchFamily="2" charset="-122"/>
                    <a:cs typeface="Times New Roman" panose="02020603050405020304" pitchFamily="18" charset="0"/>
                  </a:rPr>
                  <a:t>①</a:t>
                </a:r>
                <a:r>
                  <a:rPr lang="zh-CN" altLang="en-US" sz="1000" dirty="0">
                    <a:latin typeface="Times New Roman" panose="02020603050405020304" pitchFamily="18" charset="0"/>
                    <a:ea typeface="宋体" panose="02010600030101010101" pitchFamily="2" charset="-122"/>
                    <a:cs typeface="Times New Roman" panose="02020603050405020304" pitchFamily="18" charset="0"/>
                  </a:rPr>
                  <a:t>预训练</a:t>
                </a:r>
              </a:p>
            </p:txBody>
          </p:sp>
          <p:sp>
            <p:nvSpPr>
              <p:cNvPr id="73" name="文本框 72">
                <a:extLst>
                  <a:ext uri="{FF2B5EF4-FFF2-40B4-BE49-F238E27FC236}">
                    <a16:creationId xmlns:a16="http://schemas.microsoft.com/office/drawing/2014/main" id="{EF2B9905-F8D5-424A-AD3A-64AEF2B39BDE}"/>
                  </a:ext>
                </a:extLst>
              </p:cNvPr>
              <p:cNvSpPr txBox="1"/>
              <p:nvPr/>
            </p:nvSpPr>
            <p:spPr>
              <a:xfrm>
                <a:off x="2306080" y="1961735"/>
                <a:ext cx="312906" cy="246221"/>
              </a:xfrm>
              <a:prstGeom prst="rect">
                <a:avLst/>
              </a:prstGeom>
              <a:noFill/>
            </p:spPr>
            <p:txBody>
              <a:bodyPr wrap="none" rtlCol="0">
                <a:spAutoFit/>
              </a:bodyPr>
              <a:lstStyle/>
              <a:p>
                <a:r>
                  <a:rPr lang="zh-CN" altLang="en-US" sz="1000" dirty="0">
                    <a:latin typeface="Times New Roman" panose="02020603050405020304" pitchFamily="18" charset="0"/>
                    <a:ea typeface="宋体" panose="02010600030101010101" pitchFamily="2" charset="-122"/>
                    <a:cs typeface="Times New Roman" panose="02020603050405020304" pitchFamily="18" charset="0"/>
                  </a:rPr>
                  <a:t>②</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4" name="文本框 73">
                <a:extLst>
                  <a:ext uri="{FF2B5EF4-FFF2-40B4-BE49-F238E27FC236}">
                    <a16:creationId xmlns:a16="http://schemas.microsoft.com/office/drawing/2014/main" id="{45D04CD3-6284-4DE6-9316-43B9D818819C}"/>
                  </a:ext>
                </a:extLst>
              </p:cNvPr>
              <p:cNvSpPr txBox="1"/>
              <p:nvPr/>
            </p:nvSpPr>
            <p:spPr>
              <a:xfrm>
                <a:off x="3681451" y="2700187"/>
                <a:ext cx="569387" cy="246221"/>
              </a:xfrm>
              <a:prstGeom prst="rect">
                <a:avLst/>
              </a:prstGeom>
              <a:noFill/>
            </p:spPr>
            <p:txBody>
              <a:bodyPr wrap="none" rtlCol="0">
                <a:spAutoFit/>
              </a:bodyPr>
              <a:lstStyle/>
              <a:p>
                <a:r>
                  <a:rPr lang="zh-CN" altLang="en-US" sz="1000" dirty="0">
                    <a:latin typeface="Times New Roman" panose="02020603050405020304" pitchFamily="18" charset="0"/>
                    <a:ea typeface="宋体" panose="02010600030101010101" pitchFamily="2" charset="-122"/>
                    <a:cs typeface="Times New Roman" panose="02020603050405020304" pitchFamily="18" charset="0"/>
                  </a:rPr>
                  <a:t>③微调</a:t>
                </a:r>
              </a:p>
            </p:txBody>
          </p:sp>
          <p:sp>
            <p:nvSpPr>
              <p:cNvPr id="75" name="文本框 74">
                <a:extLst>
                  <a:ext uri="{FF2B5EF4-FFF2-40B4-BE49-F238E27FC236}">
                    <a16:creationId xmlns:a16="http://schemas.microsoft.com/office/drawing/2014/main" id="{FD065861-45BE-4EEF-BA7C-D4320133BDC7}"/>
                  </a:ext>
                </a:extLst>
              </p:cNvPr>
              <p:cNvSpPr txBox="1"/>
              <p:nvPr/>
            </p:nvSpPr>
            <p:spPr>
              <a:xfrm>
                <a:off x="4505575" y="1929369"/>
                <a:ext cx="441146" cy="246221"/>
              </a:xfrm>
              <a:prstGeom prst="rect">
                <a:avLst/>
              </a:prstGeom>
              <a:noFill/>
            </p:spPr>
            <p:txBody>
              <a:bodyPr wrap="none" rtlCol="0">
                <a:spAutoFit/>
              </a:bodyPr>
              <a:lstStyle/>
              <a:p>
                <a:r>
                  <a:rPr lang="zh-CN" altLang="en-US" sz="1000" dirty="0">
                    <a:latin typeface="Times New Roman" panose="02020603050405020304" pitchFamily="18" charset="0"/>
                    <a:ea typeface="宋体" panose="02010600030101010101" pitchFamily="2" charset="-122"/>
                    <a:cs typeface="Times New Roman" panose="02020603050405020304" pitchFamily="18" charset="0"/>
                  </a:rPr>
                  <a:t>聚类</a:t>
                </a:r>
              </a:p>
            </p:txBody>
          </p:sp>
          <p:sp>
            <p:nvSpPr>
              <p:cNvPr id="76" name="文本框 75">
                <a:extLst>
                  <a:ext uri="{FF2B5EF4-FFF2-40B4-BE49-F238E27FC236}">
                    <a16:creationId xmlns:a16="http://schemas.microsoft.com/office/drawing/2014/main" id="{3267EF35-EF1B-4851-8A03-B0B52AC174AA}"/>
                  </a:ext>
                </a:extLst>
              </p:cNvPr>
              <p:cNvSpPr txBox="1"/>
              <p:nvPr/>
            </p:nvSpPr>
            <p:spPr>
              <a:xfrm>
                <a:off x="3362987" y="2420160"/>
                <a:ext cx="455574" cy="246221"/>
              </a:xfrm>
              <a:prstGeom prst="rect">
                <a:avLst/>
              </a:prstGeom>
              <a:noFill/>
            </p:spPr>
            <p:txBody>
              <a:bodyPr wrap="none" rtlCol="0">
                <a:spAutoFit/>
              </a:bodyPr>
              <a:lstStyle/>
              <a:p>
                <a:pPr algn="ctr"/>
                <a:r>
                  <a:rPr lang="en-US" altLang="zh-CN" sz="1000" dirty="0">
                    <a:latin typeface="Times New Roman" panose="02020603050405020304" pitchFamily="18" charset="0"/>
                    <a:ea typeface="宋体" panose="02010600030101010101" pitchFamily="2" charset="-122"/>
                    <a:cs typeface="Times New Roman" panose="02020603050405020304" pitchFamily="18" charset="0"/>
                  </a:rPr>
                  <a:t>CNN</a:t>
                </a:r>
                <a:endParaRPr lang="zh-CN" altLang="en-US" sz="1000" dirty="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92" name="文本框 91">
              <a:extLst>
                <a:ext uri="{FF2B5EF4-FFF2-40B4-BE49-F238E27FC236}">
                  <a16:creationId xmlns:a16="http://schemas.microsoft.com/office/drawing/2014/main" id="{86167A2E-5A15-4337-AEC6-C9396D68CE01}"/>
                </a:ext>
              </a:extLst>
            </p:cNvPr>
            <p:cNvSpPr txBox="1"/>
            <p:nvPr/>
          </p:nvSpPr>
          <p:spPr>
            <a:xfrm>
              <a:off x="576445" y="4155684"/>
              <a:ext cx="387538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基于聚类的伪标签方法</a:t>
              </a:r>
            </a:p>
          </p:txBody>
        </p:sp>
      </p:grpSp>
      <p:grpSp>
        <p:nvGrpSpPr>
          <p:cNvPr id="19" name="组合 18">
            <a:extLst>
              <a:ext uri="{FF2B5EF4-FFF2-40B4-BE49-F238E27FC236}">
                <a16:creationId xmlns:a16="http://schemas.microsoft.com/office/drawing/2014/main" id="{789EF2F4-FA62-4204-A452-DFF8AAA57B9D}"/>
              </a:ext>
            </a:extLst>
          </p:cNvPr>
          <p:cNvGrpSpPr/>
          <p:nvPr/>
        </p:nvGrpSpPr>
        <p:grpSpPr>
          <a:xfrm>
            <a:off x="6480342" y="3437471"/>
            <a:ext cx="5111592" cy="3096480"/>
            <a:chOff x="6653062" y="3437471"/>
            <a:chExt cx="5111592" cy="3096480"/>
          </a:xfrm>
        </p:grpSpPr>
        <p:sp>
          <p:nvSpPr>
            <p:cNvPr id="91" name="文本框 90">
              <a:extLst>
                <a:ext uri="{FF2B5EF4-FFF2-40B4-BE49-F238E27FC236}">
                  <a16:creationId xmlns:a16="http://schemas.microsoft.com/office/drawing/2014/main" id="{576C6C7E-C4B1-4F75-818F-2C2A329ED08D}"/>
                </a:ext>
              </a:extLst>
            </p:cNvPr>
            <p:cNvSpPr txBox="1"/>
            <p:nvPr/>
          </p:nvSpPr>
          <p:spPr>
            <a:xfrm>
              <a:off x="6653062" y="3437471"/>
              <a:ext cx="5111592"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目标域样本与参考样本间的相似性</a:t>
              </a:r>
            </a:p>
          </p:txBody>
        </p:sp>
        <p:pic>
          <p:nvPicPr>
            <p:cNvPr id="100" name="图片 99">
              <a:extLst>
                <a:ext uri="{FF2B5EF4-FFF2-40B4-BE49-F238E27FC236}">
                  <a16:creationId xmlns:a16="http://schemas.microsoft.com/office/drawing/2014/main" id="{16326ACA-F9CC-4F35-A140-5EECD59E902E}"/>
                </a:ext>
              </a:extLst>
            </p:cNvPr>
            <p:cNvPicPr>
              <a:picLocks noChangeAspect="1"/>
            </p:cNvPicPr>
            <p:nvPr/>
          </p:nvPicPr>
          <p:blipFill>
            <a:blip r:embed="rId21"/>
            <a:stretch>
              <a:fillRect/>
            </a:stretch>
          </p:blipFill>
          <p:spPr>
            <a:xfrm>
              <a:off x="6785488" y="3965788"/>
              <a:ext cx="4846740" cy="2568163"/>
            </a:xfrm>
            <a:prstGeom prst="rect">
              <a:avLst/>
            </a:prstGeom>
          </p:spPr>
        </p:pic>
      </p:grpSp>
      <p:sp>
        <p:nvSpPr>
          <p:cNvPr id="88" name="文本框 87">
            <a:extLst>
              <a:ext uri="{FF2B5EF4-FFF2-40B4-BE49-F238E27FC236}">
                <a16:creationId xmlns:a16="http://schemas.microsoft.com/office/drawing/2014/main" id="{DAC7DD04-FC6E-4AC0-BE16-2C16413AF926}"/>
              </a:ext>
            </a:extLst>
          </p:cNvPr>
          <p:cNvSpPr txBox="1"/>
          <p:nvPr/>
        </p:nvSpPr>
        <p:spPr>
          <a:xfrm>
            <a:off x="7659167" y="1557197"/>
            <a:ext cx="2958888" cy="1464632"/>
          </a:xfrm>
          <a:prstGeom prst="rect">
            <a:avLst/>
          </a:prstGeom>
          <a:noFill/>
        </p:spPr>
        <p:txBody>
          <a:bodyPr wrap="square" rtlCol="0">
            <a:spAutoFit/>
          </a:bodyPr>
          <a:lstStyle/>
          <a:p>
            <a:pPr>
              <a:lnSpc>
                <a:spcPct val="130000"/>
              </a:lnSpc>
            </a:pPr>
            <a:r>
              <a:rPr lang="zh-CN" altLang="en-US" sz="2400" dirty="0">
                <a:latin typeface="楷体" panose="02010609060101010101" pitchFamily="49" charset="-122"/>
                <a:ea typeface="楷体" panose="02010609060101010101" pitchFamily="49" charset="-122"/>
              </a:rPr>
              <a:t>监督学习方法：</a:t>
            </a:r>
            <a:endParaRPr lang="en-US" altLang="zh-CN" sz="2400" dirty="0">
              <a:latin typeface="楷体" panose="02010609060101010101" pitchFamily="49" charset="-122"/>
              <a:ea typeface="楷体" panose="02010609060101010101" pitchFamily="49" charset="-122"/>
            </a:endParaRPr>
          </a:p>
          <a:p>
            <a:pPr marL="342900" indent="-342900">
              <a:lnSpc>
                <a:spcPct val="130000"/>
              </a:lnSpc>
              <a:buFont typeface="Wingdings" panose="05000000000000000000" pitchFamily="2" charset="2"/>
              <a:buChar char="Ø"/>
            </a:pPr>
            <a:r>
              <a:rPr lang="zh-CN" altLang="en-US" sz="2400" dirty="0">
                <a:latin typeface="楷体" panose="02010609060101010101" pitchFamily="49" charset="-122"/>
                <a:ea typeface="楷体" panose="02010609060101010101" pitchFamily="49" charset="-122"/>
              </a:rPr>
              <a:t>依赖标注数据</a:t>
            </a:r>
            <a:endParaRPr lang="en-US" altLang="zh-CN" sz="2400" dirty="0">
              <a:latin typeface="楷体" panose="02010609060101010101" pitchFamily="49" charset="-122"/>
              <a:ea typeface="楷体" panose="02010609060101010101" pitchFamily="49" charset="-122"/>
            </a:endParaRPr>
          </a:p>
          <a:p>
            <a:pPr marL="342900" indent="-342900">
              <a:lnSpc>
                <a:spcPct val="130000"/>
              </a:lnSpc>
              <a:buFont typeface="Wingdings" panose="05000000000000000000" pitchFamily="2" charset="2"/>
              <a:buChar char="Ø"/>
            </a:pPr>
            <a:r>
              <a:rPr lang="zh-CN" altLang="en-US" sz="2400" dirty="0">
                <a:latin typeface="楷体" panose="02010609060101010101" pitchFamily="49" charset="-122"/>
                <a:ea typeface="楷体" panose="02010609060101010101" pitchFamily="49" charset="-122"/>
              </a:rPr>
              <a:t>泛化性能差</a:t>
            </a:r>
            <a:endParaRPr lang="en-US" altLang="zh-CN" sz="2400" dirty="0">
              <a:latin typeface="楷体" panose="02010609060101010101" pitchFamily="49" charset="-122"/>
              <a:ea typeface="楷体" panose="02010609060101010101" pitchFamily="49" charset="-122"/>
            </a:endParaRPr>
          </a:p>
        </p:txBody>
      </p:sp>
      <p:sp>
        <p:nvSpPr>
          <p:cNvPr id="16" name="矩形: 圆角 15">
            <a:extLst>
              <a:ext uri="{FF2B5EF4-FFF2-40B4-BE49-F238E27FC236}">
                <a16:creationId xmlns:a16="http://schemas.microsoft.com/office/drawing/2014/main" id="{AF948EB7-5205-4E9A-97D5-C4DFEA5B2567}"/>
              </a:ext>
            </a:extLst>
          </p:cNvPr>
          <p:cNvSpPr/>
          <p:nvPr/>
        </p:nvSpPr>
        <p:spPr>
          <a:xfrm>
            <a:off x="7386704" y="1464901"/>
            <a:ext cx="2851475" cy="1649224"/>
          </a:xfrm>
          <a:prstGeom prst="roundRect">
            <a:avLst/>
          </a:prstGeom>
          <a:noFill/>
          <a:ln>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480348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6408000" cy="769441"/>
          </a:xfrm>
          <a:prstGeom prst="rect">
            <a:avLst/>
          </a:prstGeom>
          <a:noFill/>
        </p:spPr>
        <p:txBody>
          <a:bodyPr wrap="square">
            <a:spAutoFit/>
          </a:bodyPr>
          <a:lstStyle/>
          <a:p>
            <a:r>
              <a:rPr lang="zh-CN" altLang="en-US" sz="4400">
                <a:solidFill>
                  <a:srgbClr val="0070C0"/>
                </a:solidFill>
                <a:latin typeface="楷体" panose="02010609060101010101" pitchFamily="49" charset="-122"/>
                <a:ea typeface="楷体" panose="02010609060101010101" pitchFamily="49" charset="-122"/>
              </a:rPr>
              <a:t>领域自适应特征学习模型</a:t>
            </a:r>
            <a:endParaRPr lang="zh-CN" altLang="en-US" sz="4400" dirty="0">
              <a:solidFill>
                <a:srgbClr val="0070C0"/>
              </a:solidFill>
              <a:latin typeface="楷体" panose="02010609060101010101" pitchFamily="49" charset="-122"/>
              <a:ea typeface="楷体" panose="02010609060101010101" pitchFamily="49" charset="-122"/>
            </a:endParaRPr>
          </a:p>
        </p:txBody>
      </p:sp>
      <p:sp>
        <p:nvSpPr>
          <p:cNvPr id="669" name="文本框 668">
            <a:extLst>
              <a:ext uri="{FF2B5EF4-FFF2-40B4-BE49-F238E27FC236}">
                <a16:creationId xmlns:a16="http://schemas.microsoft.com/office/drawing/2014/main" id="{6FBF1508-A1CD-4B2B-BDF9-99833FEC0C4D}"/>
              </a:ext>
            </a:extLst>
          </p:cNvPr>
          <p:cNvSpPr txBox="1"/>
          <p:nvPr/>
        </p:nvSpPr>
        <p:spPr>
          <a:xfrm>
            <a:off x="6734877" y="1960191"/>
            <a:ext cx="5225949" cy="3385157"/>
          </a:xfrm>
          <a:prstGeom prst="rect">
            <a:avLst/>
          </a:prstGeom>
          <a:noFill/>
        </p:spPr>
        <p:txBody>
          <a:bodyPr wrap="square" rtlCol="0">
            <a:spAutoFit/>
          </a:bodyPr>
          <a:lstStyle/>
          <a:p>
            <a:pPr marL="342900" indent="-342900" algn="just">
              <a:lnSpc>
                <a:spcPct val="130000"/>
              </a:lnSpc>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使用有标签的源域数据和无标签的目标域数据进行联合训练，提高目标域上的识别性能。</a:t>
            </a:r>
            <a:endParaRPr lang="en-US" altLang="zh-CN" sz="2400" dirty="0">
              <a:latin typeface="楷体" panose="02010609060101010101" pitchFamily="49" charset="-122"/>
              <a:ea typeface="楷体" panose="02010609060101010101" pitchFamily="49" charset="-122"/>
            </a:endParaRPr>
          </a:p>
          <a:p>
            <a:pPr marL="342900" indent="-342900" algn="just">
              <a:lnSpc>
                <a:spcPct val="130000"/>
              </a:lnSpc>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使用类别特征监督源域和目标域上的特征学习；</a:t>
            </a:r>
            <a:endParaRPr lang="en-US" altLang="zh-CN" sz="2400" dirty="0">
              <a:latin typeface="楷体" panose="02010609060101010101" pitchFamily="49" charset="-122"/>
              <a:ea typeface="楷体" panose="02010609060101010101" pitchFamily="49" charset="-122"/>
            </a:endParaRPr>
          </a:p>
          <a:p>
            <a:pPr marL="342900" indent="-342900" algn="just">
              <a:lnSpc>
                <a:spcPct val="130000"/>
              </a:lnSpc>
              <a:buFont typeface="Arial" panose="020B0604020202020204" pitchFamily="34" charset="0"/>
              <a:buChar char="•"/>
            </a:pPr>
            <a:r>
              <a:rPr lang="zh-CN" altLang="en-US" sz="2400" dirty="0">
                <a:latin typeface="楷体" panose="02010609060101010101" pitchFamily="49" charset="-122"/>
                <a:ea typeface="楷体" panose="02010609060101010101" pitchFamily="49" charset="-122"/>
              </a:rPr>
              <a:t>使用对抗学习方法减小源域和目标域间的差异，学习域不变特征。</a:t>
            </a:r>
            <a:endParaRPr lang="en-US" altLang="zh-CN" sz="2400" dirty="0">
              <a:latin typeface="楷体" panose="02010609060101010101" pitchFamily="49" charset="-122"/>
              <a:ea typeface="楷体" panose="02010609060101010101" pitchFamily="49" charset="-122"/>
            </a:endParaRPr>
          </a:p>
        </p:txBody>
      </p:sp>
      <p:grpSp>
        <p:nvGrpSpPr>
          <p:cNvPr id="2" name="组合 1">
            <a:extLst>
              <a:ext uri="{FF2B5EF4-FFF2-40B4-BE49-F238E27FC236}">
                <a16:creationId xmlns:a16="http://schemas.microsoft.com/office/drawing/2014/main" id="{3C97C08F-86C1-4EDC-9A38-28101274B8B4}"/>
              </a:ext>
            </a:extLst>
          </p:cNvPr>
          <p:cNvGrpSpPr/>
          <p:nvPr/>
        </p:nvGrpSpPr>
        <p:grpSpPr>
          <a:xfrm>
            <a:off x="468398" y="1971000"/>
            <a:ext cx="6107090" cy="2901486"/>
            <a:chOff x="468398" y="1971000"/>
            <a:chExt cx="6107090" cy="2901486"/>
          </a:xfrm>
        </p:grpSpPr>
        <p:grpSp>
          <p:nvGrpSpPr>
            <p:cNvPr id="207" name="组合 206">
              <a:extLst>
                <a:ext uri="{FF2B5EF4-FFF2-40B4-BE49-F238E27FC236}">
                  <a16:creationId xmlns:a16="http://schemas.microsoft.com/office/drawing/2014/main" id="{C28A838C-6E2D-4749-B2A7-92523A5DD463}"/>
                </a:ext>
              </a:extLst>
            </p:cNvPr>
            <p:cNvGrpSpPr/>
            <p:nvPr/>
          </p:nvGrpSpPr>
          <p:grpSpPr>
            <a:xfrm>
              <a:off x="623762" y="3610633"/>
              <a:ext cx="1489766" cy="753955"/>
              <a:chOff x="1057162" y="3102507"/>
              <a:chExt cx="1422674" cy="720000"/>
            </a:xfrm>
          </p:grpSpPr>
          <p:pic>
            <p:nvPicPr>
              <p:cNvPr id="209" name="图片 208">
                <a:extLst>
                  <a:ext uri="{FF2B5EF4-FFF2-40B4-BE49-F238E27FC236}">
                    <a16:creationId xmlns:a16="http://schemas.microsoft.com/office/drawing/2014/main" id="{A90D3A5F-4CB2-453C-BD0D-93065ED33D3A}"/>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2119836" y="3102507"/>
                <a:ext cx="360000" cy="720000"/>
              </a:xfrm>
              <a:prstGeom prst="rect">
                <a:avLst/>
              </a:prstGeom>
            </p:spPr>
          </p:pic>
          <p:pic>
            <p:nvPicPr>
              <p:cNvPr id="210" name="图片 209">
                <a:extLst>
                  <a:ext uri="{FF2B5EF4-FFF2-40B4-BE49-F238E27FC236}">
                    <a16:creationId xmlns:a16="http://schemas.microsoft.com/office/drawing/2014/main" id="{40D79CEB-0865-4A11-B23A-F065203D4A0E}"/>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1057162" y="3102507"/>
                <a:ext cx="360000" cy="720000"/>
              </a:xfrm>
              <a:prstGeom prst="rect">
                <a:avLst/>
              </a:prstGeom>
            </p:spPr>
          </p:pic>
          <p:pic>
            <p:nvPicPr>
              <p:cNvPr id="211" name="图片 210">
                <a:extLst>
                  <a:ext uri="{FF2B5EF4-FFF2-40B4-BE49-F238E27FC236}">
                    <a16:creationId xmlns:a16="http://schemas.microsoft.com/office/drawing/2014/main" id="{D2506FF2-BF0E-4DDA-8773-EDB047CD953D}"/>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1464674" y="3102507"/>
                <a:ext cx="360000" cy="720000"/>
              </a:xfrm>
              <a:prstGeom prst="rect">
                <a:avLst/>
              </a:prstGeom>
            </p:spPr>
          </p:pic>
          <p:sp>
            <p:nvSpPr>
              <p:cNvPr id="212" name="文本框 211">
                <a:extLst>
                  <a:ext uri="{FF2B5EF4-FFF2-40B4-BE49-F238E27FC236}">
                    <a16:creationId xmlns:a16="http://schemas.microsoft.com/office/drawing/2014/main" id="{BD975E84-C2CD-437C-B9A4-26F22E9E8000}"/>
                  </a:ext>
                </a:extLst>
              </p:cNvPr>
              <p:cNvSpPr txBox="1"/>
              <p:nvPr/>
            </p:nvSpPr>
            <p:spPr>
              <a:xfrm>
                <a:off x="1776872" y="3229730"/>
                <a:ext cx="389850" cy="338554"/>
              </a:xfrm>
              <a:prstGeom prst="rect">
                <a:avLst/>
              </a:prstGeom>
              <a:noFill/>
            </p:spPr>
            <p:txBody>
              <a:bodyPr wrap="none" rtlCol="0">
                <a:spAutoFit/>
              </a:bodyPr>
              <a:lstStyle/>
              <a:p>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08" name="文本框 207">
              <a:extLst>
                <a:ext uri="{FF2B5EF4-FFF2-40B4-BE49-F238E27FC236}">
                  <a16:creationId xmlns:a16="http://schemas.microsoft.com/office/drawing/2014/main" id="{1737E9CF-62F1-4C6D-B986-8EC7F24DA0C1}"/>
                </a:ext>
              </a:extLst>
            </p:cNvPr>
            <p:cNvSpPr txBox="1"/>
            <p:nvPr/>
          </p:nvSpPr>
          <p:spPr>
            <a:xfrm>
              <a:off x="468398" y="4347002"/>
              <a:ext cx="1800493" cy="307777"/>
            </a:xfrm>
            <a:prstGeom prst="rect">
              <a:avLst/>
            </a:prstGeom>
            <a:noFill/>
          </p:spPr>
          <p:txBody>
            <a:bodyPr wrap="none" rtlCol="0">
              <a:spAutoFit/>
            </a:bodyPr>
            <a:lstStyle/>
            <a:p>
              <a:pPr algn="ctr"/>
              <a:r>
                <a:rPr lang="zh-CN" altLang="en-US" sz="1400" dirty="0">
                  <a:latin typeface="宋体" panose="02010600030101010101" pitchFamily="2" charset="-122"/>
                  <a:ea typeface="宋体" panose="02010600030101010101" pitchFamily="2" charset="-122"/>
                </a:rPr>
                <a:t>无标签的目标域数据</a:t>
              </a:r>
            </a:p>
          </p:txBody>
        </p:sp>
        <p:sp>
          <p:nvSpPr>
            <p:cNvPr id="206" name="矩形: 圆角 205">
              <a:extLst>
                <a:ext uri="{FF2B5EF4-FFF2-40B4-BE49-F238E27FC236}">
                  <a16:creationId xmlns:a16="http://schemas.microsoft.com/office/drawing/2014/main" id="{4FB99E31-1114-4373-8452-A85B92AA937B}"/>
                </a:ext>
              </a:extLst>
            </p:cNvPr>
            <p:cNvSpPr/>
            <p:nvPr/>
          </p:nvSpPr>
          <p:spPr>
            <a:xfrm>
              <a:off x="482748" y="3518461"/>
              <a:ext cx="1771793" cy="1168629"/>
            </a:xfrm>
            <a:prstGeom prst="roundRect">
              <a:avLst/>
            </a:prstGeom>
            <a:noFill/>
            <a:ln w="19050">
              <a:solidFill>
                <a:schemeClr val="accent2"/>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9" name="组合 198">
              <a:extLst>
                <a:ext uri="{FF2B5EF4-FFF2-40B4-BE49-F238E27FC236}">
                  <a16:creationId xmlns:a16="http://schemas.microsoft.com/office/drawing/2014/main" id="{F4676C98-6374-4FE3-AF56-05F956388CC1}"/>
                </a:ext>
              </a:extLst>
            </p:cNvPr>
            <p:cNvGrpSpPr/>
            <p:nvPr/>
          </p:nvGrpSpPr>
          <p:grpSpPr>
            <a:xfrm>
              <a:off x="623761" y="2296939"/>
              <a:ext cx="1489766" cy="753955"/>
              <a:chOff x="1057162" y="1761035"/>
              <a:chExt cx="1422674" cy="720000"/>
            </a:xfrm>
          </p:grpSpPr>
          <p:pic>
            <p:nvPicPr>
              <p:cNvPr id="201" name="图片 200">
                <a:extLst>
                  <a:ext uri="{FF2B5EF4-FFF2-40B4-BE49-F238E27FC236}">
                    <a16:creationId xmlns:a16="http://schemas.microsoft.com/office/drawing/2014/main" id="{5879BBA2-131A-4001-914A-C7411320CE9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64674" y="1761035"/>
                <a:ext cx="360000" cy="720000"/>
              </a:xfrm>
              <a:prstGeom prst="rect">
                <a:avLst/>
              </a:prstGeom>
            </p:spPr>
          </p:pic>
          <p:pic>
            <p:nvPicPr>
              <p:cNvPr id="202" name="图片 201">
                <a:extLst>
                  <a:ext uri="{FF2B5EF4-FFF2-40B4-BE49-F238E27FC236}">
                    <a16:creationId xmlns:a16="http://schemas.microsoft.com/office/drawing/2014/main" id="{72535114-3EF3-4859-A4C9-7A5B669F38C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57162" y="1761035"/>
                <a:ext cx="360000" cy="720000"/>
              </a:xfrm>
              <a:prstGeom prst="rect">
                <a:avLst/>
              </a:prstGeom>
            </p:spPr>
          </p:pic>
          <p:pic>
            <p:nvPicPr>
              <p:cNvPr id="203" name="图片 202">
                <a:extLst>
                  <a:ext uri="{FF2B5EF4-FFF2-40B4-BE49-F238E27FC236}">
                    <a16:creationId xmlns:a16="http://schemas.microsoft.com/office/drawing/2014/main" id="{B0D18447-3C48-4069-91E4-C629E9AD914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19836" y="1761035"/>
                <a:ext cx="360000" cy="720000"/>
              </a:xfrm>
              <a:prstGeom prst="rect">
                <a:avLst/>
              </a:prstGeom>
            </p:spPr>
          </p:pic>
          <p:sp>
            <p:nvSpPr>
              <p:cNvPr id="204" name="文本框 203">
                <a:extLst>
                  <a:ext uri="{FF2B5EF4-FFF2-40B4-BE49-F238E27FC236}">
                    <a16:creationId xmlns:a16="http://schemas.microsoft.com/office/drawing/2014/main" id="{372B928C-B832-4086-AFD9-1C884B766A0F}"/>
                  </a:ext>
                </a:extLst>
              </p:cNvPr>
              <p:cNvSpPr txBox="1"/>
              <p:nvPr/>
            </p:nvSpPr>
            <p:spPr>
              <a:xfrm>
                <a:off x="1776872" y="1885855"/>
                <a:ext cx="389850" cy="338554"/>
              </a:xfrm>
              <a:prstGeom prst="rect">
                <a:avLst/>
              </a:prstGeom>
              <a:noFill/>
            </p:spPr>
            <p:txBody>
              <a:bodyPr wrap="none" rtlCol="0">
                <a:spAutoFit/>
              </a:bodyPr>
              <a:lstStyle/>
              <a:p>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200" name="文本框 199">
              <a:extLst>
                <a:ext uri="{FF2B5EF4-FFF2-40B4-BE49-F238E27FC236}">
                  <a16:creationId xmlns:a16="http://schemas.microsoft.com/office/drawing/2014/main" id="{18E926F6-B508-442A-93AB-E1A138D5FC38}"/>
                </a:ext>
              </a:extLst>
            </p:cNvPr>
            <p:cNvSpPr txBox="1"/>
            <p:nvPr/>
          </p:nvSpPr>
          <p:spPr>
            <a:xfrm>
              <a:off x="558166" y="3033308"/>
              <a:ext cx="1620957" cy="307777"/>
            </a:xfrm>
            <a:prstGeom prst="rect">
              <a:avLst/>
            </a:prstGeom>
            <a:noFill/>
          </p:spPr>
          <p:txBody>
            <a:bodyPr wrap="none" rtlCol="0">
              <a:spAutoFit/>
            </a:bodyPr>
            <a:lstStyle/>
            <a:p>
              <a:pPr algn="ctr"/>
              <a:r>
                <a:rPr lang="zh-CN" altLang="en-US" sz="1400" dirty="0">
                  <a:latin typeface="宋体" panose="02010600030101010101" pitchFamily="2" charset="-122"/>
                  <a:ea typeface="宋体" panose="02010600030101010101" pitchFamily="2" charset="-122"/>
                </a:rPr>
                <a:t>有标签的源域数据</a:t>
              </a:r>
            </a:p>
          </p:txBody>
        </p:sp>
        <p:sp>
          <p:nvSpPr>
            <p:cNvPr id="198" name="矩形: 圆角 197">
              <a:extLst>
                <a:ext uri="{FF2B5EF4-FFF2-40B4-BE49-F238E27FC236}">
                  <a16:creationId xmlns:a16="http://schemas.microsoft.com/office/drawing/2014/main" id="{CBA980F1-FD90-451D-A8CB-1541EA6376C3}"/>
                </a:ext>
              </a:extLst>
            </p:cNvPr>
            <p:cNvSpPr/>
            <p:nvPr/>
          </p:nvSpPr>
          <p:spPr>
            <a:xfrm>
              <a:off x="482748" y="2202057"/>
              <a:ext cx="1771793" cy="1168629"/>
            </a:xfrm>
            <a:prstGeom prst="roundRect">
              <a:avLst/>
            </a:prstGeom>
            <a:noFill/>
            <a:ln w="19050">
              <a:solidFill>
                <a:schemeClr val="accent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7" name="组合 146">
              <a:extLst>
                <a:ext uri="{FF2B5EF4-FFF2-40B4-BE49-F238E27FC236}">
                  <a16:creationId xmlns:a16="http://schemas.microsoft.com/office/drawing/2014/main" id="{B7884BA8-F7F4-4696-99A0-A1B411D41519}"/>
                </a:ext>
              </a:extLst>
            </p:cNvPr>
            <p:cNvGrpSpPr/>
            <p:nvPr/>
          </p:nvGrpSpPr>
          <p:grpSpPr>
            <a:xfrm>
              <a:off x="5765954" y="2282722"/>
              <a:ext cx="716257" cy="829350"/>
              <a:chOff x="7404880" y="1342303"/>
              <a:chExt cx="684000" cy="792000"/>
            </a:xfrm>
          </p:grpSpPr>
          <p:sp>
            <p:nvSpPr>
              <p:cNvPr id="191" name="矩形 190">
                <a:extLst>
                  <a:ext uri="{FF2B5EF4-FFF2-40B4-BE49-F238E27FC236}">
                    <a16:creationId xmlns:a16="http://schemas.microsoft.com/office/drawing/2014/main" id="{E4C2C08D-CEE8-4FA0-B6D7-EF2E431AFFD4}"/>
                  </a:ext>
                </a:extLst>
              </p:cNvPr>
              <p:cNvSpPr/>
              <p:nvPr/>
            </p:nvSpPr>
            <p:spPr>
              <a:xfrm>
                <a:off x="7404880" y="1342303"/>
                <a:ext cx="684000" cy="792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文本框 191">
                <a:extLst>
                  <a:ext uri="{FF2B5EF4-FFF2-40B4-BE49-F238E27FC236}">
                    <a16:creationId xmlns:a16="http://schemas.microsoft.com/office/drawing/2014/main" id="{4504D462-5A00-486A-998A-A1298AA49455}"/>
                  </a:ext>
                </a:extLst>
              </p:cNvPr>
              <p:cNvSpPr txBox="1"/>
              <p:nvPr/>
            </p:nvSpPr>
            <p:spPr>
              <a:xfrm rot="5400000">
                <a:off x="7617955" y="1713632"/>
                <a:ext cx="364202" cy="307777"/>
              </a:xfrm>
              <a:prstGeom prst="rect">
                <a:avLst/>
              </a:prstGeom>
              <a:noFill/>
            </p:spPr>
            <p:txBody>
              <a:bodyPr wrap="none" rtlCol="0">
                <a:spAutoFit/>
              </a:bodyPr>
              <a:lstStyle/>
              <a:p>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3" name="矩形 192">
                <a:extLst>
                  <a:ext uri="{FF2B5EF4-FFF2-40B4-BE49-F238E27FC236}">
                    <a16:creationId xmlns:a16="http://schemas.microsoft.com/office/drawing/2014/main" id="{071EAE68-2766-4AE9-889D-7A42588C2F68}"/>
                  </a:ext>
                </a:extLst>
              </p:cNvPr>
              <p:cNvSpPr/>
              <p:nvPr/>
            </p:nvSpPr>
            <p:spPr>
              <a:xfrm>
                <a:off x="7458880" y="1531636"/>
                <a:ext cx="576000" cy="720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4" name="矩形 193">
                <a:extLst>
                  <a:ext uri="{FF2B5EF4-FFF2-40B4-BE49-F238E27FC236}">
                    <a16:creationId xmlns:a16="http://schemas.microsoft.com/office/drawing/2014/main" id="{38F4677B-901E-406F-AC5F-19EAD7BEE4FC}"/>
                  </a:ext>
                </a:extLst>
              </p:cNvPr>
              <p:cNvSpPr/>
              <p:nvPr/>
            </p:nvSpPr>
            <p:spPr>
              <a:xfrm>
                <a:off x="7458880" y="1410035"/>
                <a:ext cx="576000" cy="720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5" name="矩形 194">
                <a:extLst>
                  <a:ext uri="{FF2B5EF4-FFF2-40B4-BE49-F238E27FC236}">
                    <a16:creationId xmlns:a16="http://schemas.microsoft.com/office/drawing/2014/main" id="{088072AF-37FC-49D1-AD05-C86AA3490B17}"/>
                  </a:ext>
                </a:extLst>
              </p:cNvPr>
              <p:cNvSpPr/>
              <p:nvPr/>
            </p:nvSpPr>
            <p:spPr>
              <a:xfrm>
                <a:off x="7458880" y="1994571"/>
                <a:ext cx="576000" cy="720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6" name="矩形 195">
                <a:extLst>
                  <a:ext uri="{FF2B5EF4-FFF2-40B4-BE49-F238E27FC236}">
                    <a16:creationId xmlns:a16="http://schemas.microsoft.com/office/drawing/2014/main" id="{7A2C54D2-C4A9-419F-8B32-B059197B0D7A}"/>
                  </a:ext>
                </a:extLst>
              </p:cNvPr>
              <p:cNvSpPr/>
              <p:nvPr/>
            </p:nvSpPr>
            <p:spPr>
              <a:xfrm>
                <a:off x="7458880" y="1653238"/>
                <a:ext cx="576000" cy="72000"/>
              </a:xfrm>
              <a:prstGeom prst="rect">
                <a:avLst/>
              </a:prstGeom>
              <a:solidFill>
                <a:schemeClr val="accent6"/>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8" name="文本框 147">
              <a:extLst>
                <a:ext uri="{FF2B5EF4-FFF2-40B4-BE49-F238E27FC236}">
                  <a16:creationId xmlns:a16="http://schemas.microsoft.com/office/drawing/2014/main" id="{4859D044-1985-4CA8-96D8-C69B78CE3CBA}"/>
                </a:ext>
              </a:extLst>
            </p:cNvPr>
            <p:cNvSpPr txBox="1"/>
            <p:nvPr/>
          </p:nvSpPr>
          <p:spPr>
            <a:xfrm>
              <a:off x="5672677" y="1971000"/>
              <a:ext cx="902811" cy="307777"/>
            </a:xfrm>
            <a:prstGeom prst="rect">
              <a:avLst/>
            </a:prstGeom>
            <a:noFill/>
          </p:spPr>
          <p:txBody>
            <a:bodyPr wrap="none" rtlCol="0">
              <a:spAutoFit/>
            </a:bodyPr>
            <a:lstStyle/>
            <a:p>
              <a:pPr algn="ctr"/>
              <a:r>
                <a:rPr lang="zh-CN" altLang="en-US" sz="1400" dirty="0">
                  <a:latin typeface="宋体" panose="02010600030101010101" pitchFamily="2" charset="-122"/>
                  <a:ea typeface="宋体" panose="02010600030101010101" pitchFamily="2" charset="-122"/>
                </a:rPr>
                <a:t>类别特征</a:t>
              </a:r>
            </a:p>
          </p:txBody>
        </p:sp>
        <p:grpSp>
          <p:nvGrpSpPr>
            <p:cNvPr id="149" name="组合 148">
              <a:extLst>
                <a:ext uri="{FF2B5EF4-FFF2-40B4-BE49-F238E27FC236}">
                  <a16:creationId xmlns:a16="http://schemas.microsoft.com/office/drawing/2014/main" id="{53D6DB8F-08BE-4C27-A43E-FBF732CC51AB}"/>
                </a:ext>
              </a:extLst>
            </p:cNvPr>
            <p:cNvGrpSpPr/>
            <p:nvPr/>
          </p:nvGrpSpPr>
          <p:grpSpPr>
            <a:xfrm>
              <a:off x="5765954" y="3759982"/>
              <a:ext cx="716257" cy="829350"/>
              <a:chOff x="7404880" y="3001954"/>
              <a:chExt cx="684000" cy="792000"/>
            </a:xfrm>
          </p:grpSpPr>
          <p:sp>
            <p:nvSpPr>
              <p:cNvPr id="185" name="矩形 184">
                <a:extLst>
                  <a:ext uri="{FF2B5EF4-FFF2-40B4-BE49-F238E27FC236}">
                    <a16:creationId xmlns:a16="http://schemas.microsoft.com/office/drawing/2014/main" id="{E5ADF878-12D5-4676-870D-8285DBF9A126}"/>
                  </a:ext>
                </a:extLst>
              </p:cNvPr>
              <p:cNvSpPr/>
              <p:nvPr/>
            </p:nvSpPr>
            <p:spPr>
              <a:xfrm>
                <a:off x="7404880" y="3001954"/>
                <a:ext cx="684000" cy="79200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a:extLst>
                  <a:ext uri="{FF2B5EF4-FFF2-40B4-BE49-F238E27FC236}">
                    <a16:creationId xmlns:a16="http://schemas.microsoft.com/office/drawing/2014/main" id="{3270313D-6EBA-423E-B3FB-5F6D62C30395}"/>
                  </a:ext>
                </a:extLst>
              </p:cNvPr>
              <p:cNvSpPr txBox="1"/>
              <p:nvPr/>
            </p:nvSpPr>
            <p:spPr>
              <a:xfrm rot="5400000">
                <a:off x="7617955" y="3373283"/>
                <a:ext cx="364202" cy="307777"/>
              </a:xfrm>
              <a:prstGeom prst="rect">
                <a:avLst/>
              </a:prstGeom>
              <a:noFill/>
            </p:spPr>
            <p:txBody>
              <a:bodyPr wrap="none" rtlCol="0">
                <a:spAutoFit/>
              </a:bodyPr>
              <a:lstStyle/>
              <a:p>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7" name="矩形 186">
                <a:extLst>
                  <a:ext uri="{FF2B5EF4-FFF2-40B4-BE49-F238E27FC236}">
                    <a16:creationId xmlns:a16="http://schemas.microsoft.com/office/drawing/2014/main" id="{45ABF409-E0F7-4E77-A773-C21A5AE27140}"/>
                  </a:ext>
                </a:extLst>
              </p:cNvPr>
              <p:cNvSpPr/>
              <p:nvPr/>
            </p:nvSpPr>
            <p:spPr>
              <a:xfrm>
                <a:off x="7458880" y="3191287"/>
                <a:ext cx="576000" cy="72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矩形 187">
                <a:extLst>
                  <a:ext uri="{FF2B5EF4-FFF2-40B4-BE49-F238E27FC236}">
                    <a16:creationId xmlns:a16="http://schemas.microsoft.com/office/drawing/2014/main" id="{2629060A-8643-40EB-9CE1-7840A43333F3}"/>
                  </a:ext>
                </a:extLst>
              </p:cNvPr>
              <p:cNvSpPr/>
              <p:nvPr/>
            </p:nvSpPr>
            <p:spPr>
              <a:xfrm>
                <a:off x="7458880" y="3069686"/>
                <a:ext cx="576000" cy="72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9" name="矩形 188">
                <a:extLst>
                  <a:ext uri="{FF2B5EF4-FFF2-40B4-BE49-F238E27FC236}">
                    <a16:creationId xmlns:a16="http://schemas.microsoft.com/office/drawing/2014/main" id="{4C35CDCF-A75B-4732-BC57-77DF055723C4}"/>
                  </a:ext>
                </a:extLst>
              </p:cNvPr>
              <p:cNvSpPr/>
              <p:nvPr/>
            </p:nvSpPr>
            <p:spPr>
              <a:xfrm>
                <a:off x="7458880" y="3654222"/>
                <a:ext cx="576000" cy="72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0" name="矩形 189">
                <a:extLst>
                  <a:ext uri="{FF2B5EF4-FFF2-40B4-BE49-F238E27FC236}">
                    <a16:creationId xmlns:a16="http://schemas.microsoft.com/office/drawing/2014/main" id="{C2E82080-DC16-492C-9C80-AF36C96120DF}"/>
                  </a:ext>
                </a:extLst>
              </p:cNvPr>
              <p:cNvSpPr/>
              <p:nvPr/>
            </p:nvSpPr>
            <p:spPr>
              <a:xfrm>
                <a:off x="7458880" y="3312889"/>
                <a:ext cx="576000" cy="720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0" name="文本框 149">
              <a:extLst>
                <a:ext uri="{FF2B5EF4-FFF2-40B4-BE49-F238E27FC236}">
                  <a16:creationId xmlns:a16="http://schemas.microsoft.com/office/drawing/2014/main" id="{10BFE901-44DC-47E9-98E5-9A24533288FB}"/>
                </a:ext>
              </a:extLst>
            </p:cNvPr>
            <p:cNvSpPr txBox="1"/>
            <p:nvPr/>
          </p:nvSpPr>
          <p:spPr>
            <a:xfrm>
              <a:off x="5672069" y="4564709"/>
              <a:ext cx="902811" cy="307777"/>
            </a:xfrm>
            <a:prstGeom prst="rect">
              <a:avLst/>
            </a:prstGeom>
            <a:noFill/>
          </p:spPr>
          <p:txBody>
            <a:bodyPr wrap="none" rtlCol="0">
              <a:spAutoFit/>
            </a:bodyPr>
            <a:lstStyle/>
            <a:p>
              <a:pPr algn="ctr"/>
              <a:r>
                <a:rPr lang="zh-CN" altLang="en-US" sz="1400" dirty="0">
                  <a:latin typeface="宋体" panose="02010600030101010101" pitchFamily="2" charset="-122"/>
                  <a:ea typeface="宋体" panose="02010600030101010101" pitchFamily="2" charset="-122"/>
                </a:rPr>
                <a:t>类别特征</a:t>
              </a:r>
            </a:p>
          </p:txBody>
        </p:sp>
        <p:grpSp>
          <p:nvGrpSpPr>
            <p:cNvPr id="151" name="组合 150">
              <a:extLst>
                <a:ext uri="{FF2B5EF4-FFF2-40B4-BE49-F238E27FC236}">
                  <a16:creationId xmlns:a16="http://schemas.microsoft.com/office/drawing/2014/main" id="{D641D0BB-CD0D-4F6B-A133-0F716414E62D}"/>
                </a:ext>
              </a:extLst>
            </p:cNvPr>
            <p:cNvGrpSpPr/>
            <p:nvPr/>
          </p:nvGrpSpPr>
          <p:grpSpPr>
            <a:xfrm>
              <a:off x="2557242" y="3068455"/>
              <a:ext cx="527768" cy="753954"/>
              <a:chOff x="2891860" y="2512583"/>
              <a:chExt cx="504000" cy="720000"/>
            </a:xfrm>
          </p:grpSpPr>
          <p:sp>
            <p:nvSpPr>
              <p:cNvPr id="183" name="梯形 182">
                <a:extLst>
                  <a:ext uri="{FF2B5EF4-FFF2-40B4-BE49-F238E27FC236}">
                    <a16:creationId xmlns:a16="http://schemas.microsoft.com/office/drawing/2014/main" id="{0653D485-4665-485F-AC05-755F8EC90BE0}"/>
                  </a:ext>
                </a:extLst>
              </p:cNvPr>
              <p:cNvSpPr/>
              <p:nvPr/>
            </p:nvSpPr>
            <p:spPr>
              <a:xfrm rot="5400000">
                <a:off x="2783860" y="2620583"/>
                <a:ext cx="720000" cy="504000"/>
              </a:xfrm>
              <a:prstGeom prst="trapezoid">
                <a:avLst>
                  <a:gd name="adj" fmla="val 299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184" name="对象 183">
                <a:extLst>
                  <a:ext uri="{FF2B5EF4-FFF2-40B4-BE49-F238E27FC236}">
                    <a16:creationId xmlns:a16="http://schemas.microsoft.com/office/drawing/2014/main" id="{031CD882-4C21-477C-81F9-54FD6170AC18}"/>
                  </a:ext>
                </a:extLst>
              </p:cNvPr>
              <p:cNvGraphicFramePr>
                <a:graphicFrameLocks noChangeAspect="1"/>
              </p:cNvGraphicFramePr>
              <p:nvPr>
                <p:extLst>
                  <p:ext uri="{D42A27DB-BD31-4B8C-83A1-F6EECF244321}">
                    <p14:modId xmlns:p14="http://schemas.microsoft.com/office/powerpoint/2010/main" val="1871273374"/>
                  </p:ext>
                </p:extLst>
              </p:nvPr>
            </p:nvGraphicFramePr>
            <p:xfrm>
              <a:off x="2959710" y="2745583"/>
              <a:ext cx="368300" cy="254000"/>
            </p:xfrm>
            <a:graphic>
              <a:graphicData uri="http://schemas.openxmlformats.org/presentationml/2006/ole">
                <mc:AlternateContent xmlns:mc="http://schemas.openxmlformats.org/markup-compatibility/2006">
                  <mc:Choice xmlns:v="urn:schemas-microsoft-com:vml" Requires="v">
                    <p:oleObj name="Equation" r:id="rId11" imgW="368280" imgH="253800" progId="Equation.DSMT4">
                      <p:embed/>
                    </p:oleObj>
                  </mc:Choice>
                  <mc:Fallback>
                    <p:oleObj name="Equation" r:id="rId11" imgW="368280" imgH="253800" progId="Equation.DSMT4">
                      <p:embed/>
                      <p:pic>
                        <p:nvPicPr>
                          <p:cNvPr id="15" name="对象 14">
                            <a:extLst>
                              <a:ext uri="{FF2B5EF4-FFF2-40B4-BE49-F238E27FC236}">
                                <a16:creationId xmlns:a16="http://schemas.microsoft.com/office/drawing/2014/main" id="{BF369B12-92B3-442A-B08B-C6BAFDD54FF1}"/>
                              </a:ext>
                            </a:extLst>
                          </p:cNvPr>
                          <p:cNvPicPr/>
                          <p:nvPr/>
                        </p:nvPicPr>
                        <p:blipFill>
                          <a:blip r:embed="rId12"/>
                          <a:stretch>
                            <a:fillRect/>
                          </a:stretch>
                        </p:blipFill>
                        <p:spPr>
                          <a:xfrm>
                            <a:off x="2959710" y="2745583"/>
                            <a:ext cx="368300" cy="254000"/>
                          </a:xfrm>
                          <a:prstGeom prst="rect">
                            <a:avLst/>
                          </a:prstGeom>
                        </p:spPr>
                      </p:pic>
                    </p:oleObj>
                  </mc:Fallback>
                </mc:AlternateContent>
              </a:graphicData>
            </a:graphic>
          </p:graphicFrame>
        </p:grpSp>
        <p:grpSp>
          <p:nvGrpSpPr>
            <p:cNvPr id="152" name="组合 151">
              <a:extLst>
                <a:ext uri="{FF2B5EF4-FFF2-40B4-BE49-F238E27FC236}">
                  <a16:creationId xmlns:a16="http://schemas.microsoft.com/office/drawing/2014/main" id="{34BD80A0-43C6-4D99-8A8A-57A01D0648FD}"/>
                </a:ext>
              </a:extLst>
            </p:cNvPr>
            <p:cNvGrpSpPr/>
            <p:nvPr/>
          </p:nvGrpSpPr>
          <p:grpSpPr>
            <a:xfrm>
              <a:off x="4298402" y="3238095"/>
              <a:ext cx="678559" cy="414675"/>
              <a:chOff x="4648620" y="2659521"/>
              <a:chExt cx="648000" cy="396000"/>
            </a:xfrm>
          </p:grpSpPr>
          <p:sp>
            <p:nvSpPr>
              <p:cNvPr id="181" name="矩形 180">
                <a:extLst>
                  <a:ext uri="{FF2B5EF4-FFF2-40B4-BE49-F238E27FC236}">
                    <a16:creationId xmlns:a16="http://schemas.microsoft.com/office/drawing/2014/main" id="{181CC11E-3B56-4010-A2A8-30328772BD10}"/>
                  </a:ext>
                </a:extLst>
              </p:cNvPr>
              <p:cNvSpPr/>
              <p:nvPr/>
            </p:nvSpPr>
            <p:spPr>
              <a:xfrm>
                <a:off x="4648620" y="2659521"/>
                <a:ext cx="648000" cy="39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182" name="对象 181">
                <a:extLst>
                  <a:ext uri="{FF2B5EF4-FFF2-40B4-BE49-F238E27FC236}">
                    <a16:creationId xmlns:a16="http://schemas.microsoft.com/office/drawing/2014/main" id="{8CABBA5A-1A6A-48BD-B6F9-435613590853}"/>
                  </a:ext>
                </a:extLst>
              </p:cNvPr>
              <p:cNvGraphicFramePr>
                <a:graphicFrameLocks noChangeAspect="1"/>
              </p:cNvGraphicFramePr>
              <p:nvPr>
                <p:extLst>
                  <p:ext uri="{D42A27DB-BD31-4B8C-83A1-F6EECF244321}">
                    <p14:modId xmlns:p14="http://schemas.microsoft.com/office/powerpoint/2010/main" val="2525103674"/>
                  </p:ext>
                </p:extLst>
              </p:nvPr>
            </p:nvGraphicFramePr>
            <p:xfrm>
              <a:off x="4801170" y="2741634"/>
              <a:ext cx="342900" cy="231775"/>
            </p:xfrm>
            <a:graphic>
              <a:graphicData uri="http://schemas.openxmlformats.org/presentationml/2006/ole">
                <mc:AlternateContent xmlns:mc="http://schemas.openxmlformats.org/markup-compatibility/2006">
                  <mc:Choice xmlns:v="urn:schemas-microsoft-com:vml" Requires="v">
                    <p:oleObj name="Equation" r:id="rId13" imgW="380880" imgH="253800" progId="Equation.DSMT4">
                      <p:embed/>
                    </p:oleObj>
                  </mc:Choice>
                  <mc:Fallback>
                    <p:oleObj name="Equation" r:id="rId13" imgW="380880" imgH="253800" progId="Equation.DSMT4">
                      <p:embed/>
                      <p:pic>
                        <p:nvPicPr>
                          <p:cNvPr id="33" name="对象 32">
                            <a:extLst>
                              <a:ext uri="{FF2B5EF4-FFF2-40B4-BE49-F238E27FC236}">
                                <a16:creationId xmlns:a16="http://schemas.microsoft.com/office/drawing/2014/main" id="{8E27FD51-C283-482C-A797-2DD23456E93C}"/>
                              </a:ext>
                            </a:extLst>
                          </p:cNvPr>
                          <p:cNvPicPr/>
                          <p:nvPr/>
                        </p:nvPicPr>
                        <p:blipFill>
                          <a:blip r:embed="rId14"/>
                          <a:stretch>
                            <a:fillRect/>
                          </a:stretch>
                        </p:blipFill>
                        <p:spPr>
                          <a:xfrm>
                            <a:off x="4801170" y="2741634"/>
                            <a:ext cx="342900" cy="231775"/>
                          </a:xfrm>
                          <a:prstGeom prst="rect">
                            <a:avLst/>
                          </a:prstGeom>
                        </p:spPr>
                      </p:pic>
                    </p:oleObj>
                  </mc:Fallback>
                </mc:AlternateContent>
              </a:graphicData>
            </a:graphic>
          </p:graphicFrame>
        </p:grpSp>
        <p:grpSp>
          <p:nvGrpSpPr>
            <p:cNvPr id="153" name="组合 152">
              <a:extLst>
                <a:ext uri="{FF2B5EF4-FFF2-40B4-BE49-F238E27FC236}">
                  <a16:creationId xmlns:a16="http://schemas.microsoft.com/office/drawing/2014/main" id="{7C4C8FAC-38CF-4B1E-B475-7F41AF50ECAA}"/>
                </a:ext>
              </a:extLst>
            </p:cNvPr>
            <p:cNvGrpSpPr/>
            <p:nvPr/>
          </p:nvGrpSpPr>
          <p:grpSpPr>
            <a:xfrm>
              <a:off x="4336100" y="2560711"/>
              <a:ext cx="603163" cy="301582"/>
              <a:chOff x="4618809" y="1807353"/>
              <a:chExt cx="576000" cy="288000"/>
            </a:xfrm>
          </p:grpSpPr>
          <p:sp>
            <p:nvSpPr>
              <p:cNvPr id="179" name="矩形: 圆角 178">
                <a:extLst>
                  <a:ext uri="{FF2B5EF4-FFF2-40B4-BE49-F238E27FC236}">
                    <a16:creationId xmlns:a16="http://schemas.microsoft.com/office/drawing/2014/main" id="{F706E330-A2F4-41A6-881D-9C90FFF34862}"/>
                  </a:ext>
                </a:extLst>
              </p:cNvPr>
              <p:cNvSpPr/>
              <p:nvPr/>
            </p:nvSpPr>
            <p:spPr>
              <a:xfrm>
                <a:off x="4618809" y="1807353"/>
                <a:ext cx="576000" cy="288000"/>
              </a:xfrm>
              <a:prstGeom prst="round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80" name="对象 179">
                <a:extLst>
                  <a:ext uri="{FF2B5EF4-FFF2-40B4-BE49-F238E27FC236}">
                    <a16:creationId xmlns:a16="http://schemas.microsoft.com/office/drawing/2014/main" id="{CA332A34-56DC-4B30-9793-079569E4108F}"/>
                  </a:ext>
                </a:extLst>
              </p:cNvPr>
              <p:cNvGraphicFramePr>
                <a:graphicFrameLocks noChangeAspect="1"/>
              </p:cNvGraphicFramePr>
              <p:nvPr>
                <p:extLst>
                  <p:ext uri="{D42A27DB-BD31-4B8C-83A1-F6EECF244321}">
                    <p14:modId xmlns:p14="http://schemas.microsoft.com/office/powerpoint/2010/main" val="855280972"/>
                  </p:ext>
                </p:extLst>
              </p:nvPr>
            </p:nvGraphicFramePr>
            <p:xfrm>
              <a:off x="4798859" y="1811653"/>
              <a:ext cx="215900" cy="279400"/>
            </p:xfrm>
            <a:graphic>
              <a:graphicData uri="http://schemas.openxmlformats.org/presentationml/2006/ole">
                <mc:AlternateContent xmlns:mc="http://schemas.openxmlformats.org/markup-compatibility/2006">
                  <mc:Choice xmlns:v="urn:schemas-microsoft-com:vml" Requires="v">
                    <p:oleObj name="Equation" r:id="rId15" imgW="215640" imgH="279360" progId="Equation.DSMT4">
                      <p:embed/>
                    </p:oleObj>
                  </mc:Choice>
                  <mc:Fallback>
                    <p:oleObj name="Equation" r:id="rId15" imgW="215640" imgH="279360" progId="Equation.DSMT4">
                      <p:embed/>
                      <p:pic>
                        <p:nvPicPr>
                          <p:cNvPr id="50" name="对象 49">
                            <a:extLst>
                              <a:ext uri="{FF2B5EF4-FFF2-40B4-BE49-F238E27FC236}">
                                <a16:creationId xmlns:a16="http://schemas.microsoft.com/office/drawing/2014/main" id="{8338B49D-FAFB-42CD-BACA-AA87F4606FD2}"/>
                              </a:ext>
                            </a:extLst>
                          </p:cNvPr>
                          <p:cNvPicPr/>
                          <p:nvPr/>
                        </p:nvPicPr>
                        <p:blipFill>
                          <a:blip r:embed="rId16"/>
                          <a:stretch>
                            <a:fillRect/>
                          </a:stretch>
                        </p:blipFill>
                        <p:spPr>
                          <a:xfrm>
                            <a:off x="4798859" y="1811653"/>
                            <a:ext cx="215900" cy="279400"/>
                          </a:xfrm>
                          <a:prstGeom prst="rect">
                            <a:avLst/>
                          </a:prstGeom>
                        </p:spPr>
                      </p:pic>
                    </p:oleObj>
                  </mc:Fallback>
                </mc:AlternateContent>
              </a:graphicData>
            </a:graphic>
          </p:graphicFrame>
        </p:grpSp>
        <p:grpSp>
          <p:nvGrpSpPr>
            <p:cNvPr id="154" name="组合 153">
              <a:extLst>
                <a:ext uri="{FF2B5EF4-FFF2-40B4-BE49-F238E27FC236}">
                  <a16:creationId xmlns:a16="http://schemas.microsoft.com/office/drawing/2014/main" id="{9E815EA1-2257-438C-8C42-5FF136351A55}"/>
                </a:ext>
              </a:extLst>
            </p:cNvPr>
            <p:cNvGrpSpPr/>
            <p:nvPr/>
          </p:nvGrpSpPr>
          <p:grpSpPr>
            <a:xfrm>
              <a:off x="4336100" y="4026854"/>
              <a:ext cx="603163" cy="301582"/>
              <a:chOff x="4618809" y="3533973"/>
              <a:chExt cx="576000" cy="288000"/>
            </a:xfrm>
          </p:grpSpPr>
          <p:sp>
            <p:nvSpPr>
              <p:cNvPr id="177" name="矩形: 圆角 176">
                <a:extLst>
                  <a:ext uri="{FF2B5EF4-FFF2-40B4-BE49-F238E27FC236}">
                    <a16:creationId xmlns:a16="http://schemas.microsoft.com/office/drawing/2014/main" id="{F1213EAA-F50D-40EF-9945-F4B469333D64}"/>
                  </a:ext>
                </a:extLst>
              </p:cNvPr>
              <p:cNvSpPr/>
              <p:nvPr/>
            </p:nvSpPr>
            <p:spPr>
              <a:xfrm>
                <a:off x="4618809" y="3533973"/>
                <a:ext cx="576000" cy="288000"/>
              </a:xfrm>
              <a:prstGeom prst="round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8" name="对象 177">
                <a:extLst>
                  <a:ext uri="{FF2B5EF4-FFF2-40B4-BE49-F238E27FC236}">
                    <a16:creationId xmlns:a16="http://schemas.microsoft.com/office/drawing/2014/main" id="{75337A0F-31CE-48D9-883E-1B63E9F0057F}"/>
                  </a:ext>
                </a:extLst>
              </p:cNvPr>
              <p:cNvGraphicFramePr>
                <a:graphicFrameLocks noChangeAspect="1"/>
              </p:cNvGraphicFramePr>
              <p:nvPr>
                <p:extLst>
                  <p:ext uri="{D42A27DB-BD31-4B8C-83A1-F6EECF244321}">
                    <p14:modId xmlns:p14="http://schemas.microsoft.com/office/powerpoint/2010/main" val="653009414"/>
                  </p:ext>
                </p:extLst>
              </p:nvPr>
            </p:nvGraphicFramePr>
            <p:xfrm>
              <a:off x="4811559" y="3538273"/>
              <a:ext cx="190500" cy="279400"/>
            </p:xfrm>
            <a:graphic>
              <a:graphicData uri="http://schemas.openxmlformats.org/presentationml/2006/ole">
                <mc:AlternateContent xmlns:mc="http://schemas.openxmlformats.org/markup-compatibility/2006">
                  <mc:Choice xmlns:v="urn:schemas-microsoft-com:vml" Requires="v">
                    <p:oleObj name="Equation" r:id="rId17" imgW="190440" imgH="279360" progId="Equation.DSMT4">
                      <p:embed/>
                    </p:oleObj>
                  </mc:Choice>
                  <mc:Fallback>
                    <p:oleObj name="Equation" r:id="rId17" imgW="190440" imgH="279360" progId="Equation.DSMT4">
                      <p:embed/>
                      <p:pic>
                        <p:nvPicPr>
                          <p:cNvPr id="53" name="对象 52">
                            <a:extLst>
                              <a:ext uri="{FF2B5EF4-FFF2-40B4-BE49-F238E27FC236}">
                                <a16:creationId xmlns:a16="http://schemas.microsoft.com/office/drawing/2014/main" id="{7AC6F00F-F87F-4514-999A-26BF4D56092F}"/>
                              </a:ext>
                            </a:extLst>
                          </p:cNvPr>
                          <p:cNvPicPr/>
                          <p:nvPr/>
                        </p:nvPicPr>
                        <p:blipFill>
                          <a:blip r:embed="rId18"/>
                          <a:stretch>
                            <a:fillRect/>
                          </a:stretch>
                        </p:blipFill>
                        <p:spPr>
                          <a:xfrm>
                            <a:off x="4811559" y="3538273"/>
                            <a:ext cx="190500" cy="279400"/>
                          </a:xfrm>
                          <a:prstGeom prst="rect">
                            <a:avLst/>
                          </a:prstGeom>
                        </p:spPr>
                      </p:pic>
                    </p:oleObj>
                  </mc:Fallback>
                </mc:AlternateContent>
              </a:graphicData>
            </a:graphic>
          </p:graphicFrame>
        </p:grpSp>
        <p:grpSp>
          <p:nvGrpSpPr>
            <p:cNvPr id="155" name="组合 154">
              <a:extLst>
                <a:ext uri="{FF2B5EF4-FFF2-40B4-BE49-F238E27FC236}">
                  <a16:creationId xmlns:a16="http://schemas.microsoft.com/office/drawing/2014/main" id="{75ECAB9A-807F-4D6B-A71B-75F55DB66574}"/>
                </a:ext>
              </a:extLst>
            </p:cNvPr>
            <p:cNvGrpSpPr/>
            <p:nvPr/>
          </p:nvGrpSpPr>
          <p:grpSpPr>
            <a:xfrm>
              <a:off x="5684192" y="3294641"/>
              <a:ext cx="603163" cy="301582"/>
              <a:chOff x="5903038" y="2684822"/>
              <a:chExt cx="576000" cy="288000"/>
            </a:xfrm>
          </p:grpSpPr>
          <p:sp>
            <p:nvSpPr>
              <p:cNvPr id="175" name="矩形: 圆角 174">
                <a:extLst>
                  <a:ext uri="{FF2B5EF4-FFF2-40B4-BE49-F238E27FC236}">
                    <a16:creationId xmlns:a16="http://schemas.microsoft.com/office/drawing/2014/main" id="{5A3B95EB-DADA-4751-80FD-8FD46ED40D0B}"/>
                  </a:ext>
                </a:extLst>
              </p:cNvPr>
              <p:cNvSpPr/>
              <p:nvPr/>
            </p:nvSpPr>
            <p:spPr>
              <a:xfrm>
                <a:off x="5903038" y="2684822"/>
                <a:ext cx="576000" cy="288000"/>
              </a:xfrm>
              <a:prstGeom prst="round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76" name="对象 175">
                <a:extLst>
                  <a:ext uri="{FF2B5EF4-FFF2-40B4-BE49-F238E27FC236}">
                    <a16:creationId xmlns:a16="http://schemas.microsoft.com/office/drawing/2014/main" id="{EC3E48BC-0038-4C7C-95ED-CABC49B4936C}"/>
                  </a:ext>
                </a:extLst>
              </p:cNvPr>
              <p:cNvGraphicFramePr>
                <a:graphicFrameLocks noChangeAspect="1"/>
              </p:cNvGraphicFramePr>
              <p:nvPr>
                <p:extLst>
                  <p:ext uri="{D42A27DB-BD31-4B8C-83A1-F6EECF244321}">
                    <p14:modId xmlns:p14="http://schemas.microsoft.com/office/powerpoint/2010/main" val="3239188198"/>
                  </p:ext>
                </p:extLst>
              </p:nvPr>
            </p:nvGraphicFramePr>
            <p:xfrm>
              <a:off x="6025938" y="2689122"/>
              <a:ext cx="330200" cy="279400"/>
            </p:xfrm>
            <a:graphic>
              <a:graphicData uri="http://schemas.openxmlformats.org/presentationml/2006/ole">
                <mc:AlternateContent xmlns:mc="http://schemas.openxmlformats.org/markup-compatibility/2006">
                  <mc:Choice xmlns:v="urn:schemas-microsoft-com:vml" Requires="v">
                    <p:oleObj name="Equation" r:id="rId19" imgW="330120" imgH="279360" progId="Equation.DSMT4">
                      <p:embed/>
                    </p:oleObj>
                  </mc:Choice>
                  <mc:Fallback>
                    <p:oleObj name="Equation" r:id="rId19" imgW="330120" imgH="279360" progId="Equation.DSMT4">
                      <p:embed/>
                      <p:pic>
                        <p:nvPicPr>
                          <p:cNvPr id="55" name="对象 54">
                            <a:extLst>
                              <a:ext uri="{FF2B5EF4-FFF2-40B4-BE49-F238E27FC236}">
                                <a16:creationId xmlns:a16="http://schemas.microsoft.com/office/drawing/2014/main" id="{806DCCB5-0D28-4F0E-9AA2-07242459BB69}"/>
                              </a:ext>
                            </a:extLst>
                          </p:cNvPr>
                          <p:cNvPicPr/>
                          <p:nvPr/>
                        </p:nvPicPr>
                        <p:blipFill>
                          <a:blip r:embed="rId20"/>
                          <a:stretch>
                            <a:fillRect/>
                          </a:stretch>
                        </p:blipFill>
                        <p:spPr>
                          <a:xfrm>
                            <a:off x="6025938" y="2689122"/>
                            <a:ext cx="330200" cy="279400"/>
                          </a:xfrm>
                          <a:prstGeom prst="rect">
                            <a:avLst/>
                          </a:prstGeom>
                        </p:spPr>
                      </p:pic>
                    </p:oleObj>
                  </mc:Fallback>
                </mc:AlternateContent>
              </a:graphicData>
            </a:graphic>
          </p:graphicFrame>
        </p:grpSp>
        <p:cxnSp>
          <p:nvCxnSpPr>
            <p:cNvPr id="156" name="直接箭头连接符 155">
              <a:extLst>
                <a:ext uri="{FF2B5EF4-FFF2-40B4-BE49-F238E27FC236}">
                  <a16:creationId xmlns:a16="http://schemas.microsoft.com/office/drawing/2014/main" id="{977B5969-5A97-4CFB-86C5-075F1C9FFE4E}"/>
                </a:ext>
              </a:extLst>
            </p:cNvPr>
            <p:cNvCxnSpPr>
              <a:cxnSpLocks/>
            </p:cNvCxnSpPr>
            <p:nvPr/>
          </p:nvCxnSpPr>
          <p:spPr>
            <a:xfrm flipV="1">
              <a:off x="3690305" y="2711501"/>
              <a:ext cx="49007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57" name="直接箭头连接符 156">
              <a:extLst>
                <a:ext uri="{FF2B5EF4-FFF2-40B4-BE49-F238E27FC236}">
                  <a16:creationId xmlns:a16="http://schemas.microsoft.com/office/drawing/2014/main" id="{6134C2E2-00E9-414E-AED0-8C2AC1B24860}"/>
                </a:ext>
              </a:extLst>
            </p:cNvPr>
            <p:cNvCxnSpPr>
              <a:cxnSpLocks/>
            </p:cNvCxnSpPr>
            <p:nvPr/>
          </p:nvCxnSpPr>
          <p:spPr>
            <a:xfrm flipH="1">
              <a:off x="5088853" y="4177645"/>
              <a:ext cx="490070"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8" name="直接箭头连接符 157">
              <a:extLst>
                <a:ext uri="{FF2B5EF4-FFF2-40B4-BE49-F238E27FC236}">
                  <a16:creationId xmlns:a16="http://schemas.microsoft.com/office/drawing/2014/main" id="{F509BE2F-D8B5-4754-8FAC-E610F8E2DD55}"/>
                </a:ext>
              </a:extLst>
            </p:cNvPr>
            <p:cNvCxnSpPr>
              <a:cxnSpLocks/>
            </p:cNvCxnSpPr>
            <p:nvPr/>
          </p:nvCxnSpPr>
          <p:spPr>
            <a:xfrm flipV="1">
              <a:off x="3690305" y="4177645"/>
              <a:ext cx="490070" cy="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直接箭头连接符 158">
              <a:extLst>
                <a:ext uri="{FF2B5EF4-FFF2-40B4-BE49-F238E27FC236}">
                  <a16:creationId xmlns:a16="http://schemas.microsoft.com/office/drawing/2014/main" id="{914ED8A8-D328-4BF2-919D-9D1D5A32E633}"/>
                </a:ext>
              </a:extLst>
            </p:cNvPr>
            <p:cNvCxnSpPr>
              <a:cxnSpLocks/>
            </p:cNvCxnSpPr>
            <p:nvPr/>
          </p:nvCxnSpPr>
          <p:spPr>
            <a:xfrm flipH="1">
              <a:off x="5088853" y="2711501"/>
              <a:ext cx="49007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60" name="直接箭头连接符 159">
              <a:extLst>
                <a:ext uri="{FF2B5EF4-FFF2-40B4-BE49-F238E27FC236}">
                  <a16:creationId xmlns:a16="http://schemas.microsoft.com/office/drawing/2014/main" id="{D619A8D1-B4F7-4958-B074-8B4CCEA5511D}"/>
                </a:ext>
              </a:extLst>
            </p:cNvPr>
            <p:cNvCxnSpPr>
              <a:cxnSpLocks/>
            </p:cNvCxnSpPr>
            <p:nvPr/>
          </p:nvCxnSpPr>
          <p:spPr>
            <a:xfrm flipV="1">
              <a:off x="5088853" y="3445432"/>
              <a:ext cx="49007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连接符: 肘形 160">
              <a:extLst>
                <a:ext uri="{FF2B5EF4-FFF2-40B4-BE49-F238E27FC236}">
                  <a16:creationId xmlns:a16="http://schemas.microsoft.com/office/drawing/2014/main" id="{DAFC7107-8069-4C7E-B574-18231AC553D4}"/>
                </a:ext>
              </a:extLst>
            </p:cNvPr>
            <p:cNvCxnSpPr>
              <a:cxnSpLocks/>
            </p:cNvCxnSpPr>
            <p:nvPr/>
          </p:nvCxnSpPr>
          <p:spPr>
            <a:xfrm>
              <a:off x="2254541" y="2789031"/>
              <a:ext cx="301582" cy="603163"/>
            </a:xfrm>
            <a:prstGeom prst="bentConnector3">
              <a:avLst>
                <a:gd name="adj1" fmla="val 3871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62" name="连接符: 肘形 161">
              <a:extLst>
                <a:ext uri="{FF2B5EF4-FFF2-40B4-BE49-F238E27FC236}">
                  <a16:creationId xmlns:a16="http://schemas.microsoft.com/office/drawing/2014/main" id="{65F8DBD0-D5B6-433B-8B4B-76A2767A1F38}"/>
                </a:ext>
              </a:extLst>
            </p:cNvPr>
            <p:cNvCxnSpPr>
              <a:cxnSpLocks/>
            </p:cNvCxnSpPr>
            <p:nvPr/>
          </p:nvCxnSpPr>
          <p:spPr>
            <a:xfrm flipV="1">
              <a:off x="2253185" y="3505989"/>
              <a:ext cx="301582" cy="603163"/>
            </a:xfrm>
            <a:prstGeom prst="bentConnector3">
              <a:avLst>
                <a:gd name="adj1" fmla="val 3871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63" name="立方体 162">
              <a:extLst>
                <a:ext uri="{FF2B5EF4-FFF2-40B4-BE49-F238E27FC236}">
                  <a16:creationId xmlns:a16="http://schemas.microsoft.com/office/drawing/2014/main" id="{05AE3297-92B8-4170-BD50-385B30A2BD60}"/>
                </a:ext>
              </a:extLst>
            </p:cNvPr>
            <p:cNvSpPr/>
            <p:nvPr/>
          </p:nvSpPr>
          <p:spPr>
            <a:xfrm>
              <a:off x="3389392" y="2521841"/>
              <a:ext cx="113093" cy="603163"/>
            </a:xfrm>
            <a:prstGeom prst="cube">
              <a:avLst/>
            </a:prstGeom>
            <a:solidFill>
              <a:schemeClr val="accent6">
                <a:lumMod val="20000"/>
                <a:lumOff val="8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立方体 163">
              <a:extLst>
                <a:ext uri="{FF2B5EF4-FFF2-40B4-BE49-F238E27FC236}">
                  <a16:creationId xmlns:a16="http://schemas.microsoft.com/office/drawing/2014/main" id="{960F7249-9A4B-42A4-A607-0E6FAE5A9669}"/>
                </a:ext>
              </a:extLst>
            </p:cNvPr>
            <p:cNvSpPr/>
            <p:nvPr/>
          </p:nvSpPr>
          <p:spPr>
            <a:xfrm>
              <a:off x="3389392" y="3762012"/>
              <a:ext cx="113093" cy="603163"/>
            </a:xfrm>
            <a:prstGeom prst="cube">
              <a:avLst/>
            </a:prstGeom>
            <a:solidFill>
              <a:schemeClr val="accent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5" name="连接符: 肘形 164">
              <a:extLst>
                <a:ext uri="{FF2B5EF4-FFF2-40B4-BE49-F238E27FC236}">
                  <a16:creationId xmlns:a16="http://schemas.microsoft.com/office/drawing/2014/main" id="{1E4BAB22-326A-4F98-B2BE-6A44792BE3C6}"/>
                </a:ext>
              </a:extLst>
            </p:cNvPr>
            <p:cNvCxnSpPr>
              <a:cxnSpLocks/>
            </p:cNvCxnSpPr>
            <p:nvPr/>
          </p:nvCxnSpPr>
          <p:spPr>
            <a:xfrm flipV="1">
              <a:off x="3093162" y="2820658"/>
              <a:ext cx="301582" cy="565466"/>
            </a:xfrm>
            <a:prstGeom prst="bentConnector3">
              <a:avLst>
                <a:gd name="adj1" fmla="val 41033"/>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直接箭头连接符 165">
              <a:extLst>
                <a:ext uri="{FF2B5EF4-FFF2-40B4-BE49-F238E27FC236}">
                  <a16:creationId xmlns:a16="http://schemas.microsoft.com/office/drawing/2014/main" id="{152749FA-566A-4758-8789-8ABFF79C674C}"/>
                </a:ext>
              </a:extLst>
            </p:cNvPr>
            <p:cNvCxnSpPr>
              <a:cxnSpLocks/>
            </p:cNvCxnSpPr>
            <p:nvPr/>
          </p:nvCxnSpPr>
          <p:spPr>
            <a:xfrm flipV="1">
              <a:off x="3690305" y="3585671"/>
              <a:ext cx="490070" cy="490070"/>
            </a:xfrm>
            <a:prstGeom prst="straightConnector1">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7" name="直接箭头连接符 166">
              <a:extLst>
                <a:ext uri="{FF2B5EF4-FFF2-40B4-BE49-F238E27FC236}">
                  <a16:creationId xmlns:a16="http://schemas.microsoft.com/office/drawing/2014/main" id="{00AFBC88-D9DD-4A1C-BFA1-8E2665E1CEF3}"/>
                </a:ext>
              </a:extLst>
            </p:cNvPr>
            <p:cNvCxnSpPr>
              <a:cxnSpLocks/>
            </p:cNvCxnSpPr>
            <p:nvPr/>
          </p:nvCxnSpPr>
          <p:spPr>
            <a:xfrm>
              <a:off x="3684345" y="2839144"/>
              <a:ext cx="490070" cy="49007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连接符: 曲线 167">
              <a:extLst>
                <a:ext uri="{FF2B5EF4-FFF2-40B4-BE49-F238E27FC236}">
                  <a16:creationId xmlns:a16="http://schemas.microsoft.com/office/drawing/2014/main" id="{49CBF1FE-98B4-451D-AA02-2FAC8DA65EE1}"/>
                </a:ext>
              </a:extLst>
            </p:cNvPr>
            <p:cNvCxnSpPr>
              <a:cxnSpLocks/>
            </p:cNvCxnSpPr>
            <p:nvPr/>
          </p:nvCxnSpPr>
          <p:spPr>
            <a:xfrm rot="5400000" flipH="1" flipV="1">
              <a:off x="4669777" y="1026301"/>
              <a:ext cx="219162" cy="2689449"/>
            </a:xfrm>
            <a:prstGeom prst="curvedConnector3">
              <a:avLst>
                <a:gd name="adj1" fmla="val 209225"/>
              </a:avLst>
            </a:prstGeom>
            <a:ln w="19050">
              <a:solidFill>
                <a:schemeClr val="accent6"/>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9" name="连接符: 曲线 168">
              <a:extLst>
                <a:ext uri="{FF2B5EF4-FFF2-40B4-BE49-F238E27FC236}">
                  <a16:creationId xmlns:a16="http://schemas.microsoft.com/office/drawing/2014/main" id="{5AC034AD-62BE-4327-8175-0B26AAF0319A}"/>
                </a:ext>
              </a:extLst>
            </p:cNvPr>
            <p:cNvCxnSpPr>
              <a:cxnSpLocks/>
              <a:endCxn id="185" idx="2"/>
            </p:cNvCxnSpPr>
            <p:nvPr/>
          </p:nvCxnSpPr>
          <p:spPr>
            <a:xfrm rot="16200000" flipH="1">
              <a:off x="4729272" y="3194520"/>
              <a:ext cx="100637" cy="2688984"/>
            </a:xfrm>
            <a:prstGeom prst="curvedConnector3">
              <a:avLst>
                <a:gd name="adj1" fmla="val 337865"/>
              </a:avLst>
            </a:prstGeom>
            <a:ln w="19050">
              <a:solidFill>
                <a:schemeClr val="accent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0" name="文本框 169">
              <a:extLst>
                <a:ext uri="{FF2B5EF4-FFF2-40B4-BE49-F238E27FC236}">
                  <a16:creationId xmlns:a16="http://schemas.microsoft.com/office/drawing/2014/main" id="{CCA66E23-EACE-4899-A780-2DB7018987A5}"/>
                </a:ext>
              </a:extLst>
            </p:cNvPr>
            <p:cNvSpPr txBox="1"/>
            <p:nvPr/>
          </p:nvSpPr>
          <p:spPr>
            <a:xfrm>
              <a:off x="4392220" y="2010557"/>
              <a:ext cx="543739" cy="307777"/>
            </a:xfrm>
            <a:prstGeom prst="rect">
              <a:avLst/>
            </a:prstGeom>
            <a:noFill/>
          </p:spPr>
          <p:txBody>
            <a:bodyPr wrap="none" rtlCol="0">
              <a:spAutoFit/>
            </a:bodyPr>
            <a:lstStyle/>
            <a:p>
              <a:pPr algn="ctr"/>
              <a:r>
                <a:rPr lang="zh-CN" altLang="en-US" sz="1400" dirty="0">
                  <a:latin typeface="宋体" panose="02010600030101010101" pitchFamily="2" charset="-122"/>
                  <a:ea typeface="宋体" panose="02010600030101010101" pitchFamily="2" charset="-122"/>
                </a:rPr>
                <a:t>更新</a:t>
              </a:r>
            </a:p>
          </p:txBody>
        </p:sp>
        <p:sp>
          <p:nvSpPr>
            <p:cNvPr id="171" name="文本框 170">
              <a:extLst>
                <a:ext uri="{FF2B5EF4-FFF2-40B4-BE49-F238E27FC236}">
                  <a16:creationId xmlns:a16="http://schemas.microsoft.com/office/drawing/2014/main" id="{84F632D3-0E1A-4713-A0D2-22A7466DDF4F}"/>
                </a:ext>
              </a:extLst>
            </p:cNvPr>
            <p:cNvSpPr txBox="1"/>
            <p:nvPr/>
          </p:nvSpPr>
          <p:spPr>
            <a:xfrm>
              <a:off x="5088394" y="2350238"/>
              <a:ext cx="543739" cy="307777"/>
            </a:xfrm>
            <a:prstGeom prst="rect">
              <a:avLst/>
            </a:prstGeom>
            <a:noFill/>
          </p:spPr>
          <p:txBody>
            <a:bodyPr wrap="none" rtlCol="0">
              <a:spAutoFit/>
            </a:bodyPr>
            <a:lstStyle/>
            <a:p>
              <a:pPr algn="ctr"/>
              <a:r>
                <a:rPr lang="zh-CN" altLang="en-US" sz="1400" dirty="0">
                  <a:latin typeface="宋体" panose="02010600030101010101" pitchFamily="2" charset="-122"/>
                  <a:ea typeface="宋体" panose="02010600030101010101" pitchFamily="2" charset="-122"/>
                </a:rPr>
                <a:t>监督</a:t>
              </a:r>
            </a:p>
          </p:txBody>
        </p:sp>
        <p:sp>
          <p:nvSpPr>
            <p:cNvPr id="172" name="文本框 171">
              <a:extLst>
                <a:ext uri="{FF2B5EF4-FFF2-40B4-BE49-F238E27FC236}">
                  <a16:creationId xmlns:a16="http://schemas.microsoft.com/office/drawing/2014/main" id="{5023BE4C-5D30-4248-B3DB-06E7882356D2}"/>
                </a:ext>
              </a:extLst>
            </p:cNvPr>
            <p:cNvSpPr txBox="1"/>
            <p:nvPr/>
          </p:nvSpPr>
          <p:spPr>
            <a:xfrm>
              <a:off x="5088394" y="3826127"/>
              <a:ext cx="543739" cy="307777"/>
            </a:xfrm>
            <a:prstGeom prst="rect">
              <a:avLst/>
            </a:prstGeom>
            <a:noFill/>
          </p:spPr>
          <p:txBody>
            <a:bodyPr wrap="none" rtlCol="0">
              <a:spAutoFit/>
            </a:bodyPr>
            <a:lstStyle/>
            <a:p>
              <a:pPr algn="ctr"/>
              <a:r>
                <a:rPr lang="zh-CN" altLang="en-US" sz="1400" dirty="0">
                  <a:latin typeface="宋体" panose="02010600030101010101" pitchFamily="2" charset="-122"/>
                  <a:ea typeface="宋体" panose="02010600030101010101" pitchFamily="2" charset="-122"/>
                </a:rPr>
                <a:t>监督</a:t>
              </a:r>
            </a:p>
          </p:txBody>
        </p:sp>
        <p:cxnSp>
          <p:nvCxnSpPr>
            <p:cNvPr id="173" name="连接符: 肘形 172">
              <a:extLst>
                <a:ext uri="{FF2B5EF4-FFF2-40B4-BE49-F238E27FC236}">
                  <a16:creationId xmlns:a16="http://schemas.microsoft.com/office/drawing/2014/main" id="{05E8AFBE-5950-4F48-9885-6F192535F737}"/>
                </a:ext>
              </a:extLst>
            </p:cNvPr>
            <p:cNvCxnSpPr>
              <a:cxnSpLocks/>
            </p:cNvCxnSpPr>
            <p:nvPr/>
          </p:nvCxnSpPr>
          <p:spPr>
            <a:xfrm>
              <a:off x="3091481" y="3509759"/>
              <a:ext cx="301582" cy="565466"/>
            </a:xfrm>
            <a:prstGeom prst="bentConnector3">
              <a:avLst>
                <a:gd name="adj1" fmla="val 41033"/>
              </a:avLst>
            </a:prstGeom>
            <a:ln w="381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74" name="文本框 173">
              <a:extLst>
                <a:ext uri="{FF2B5EF4-FFF2-40B4-BE49-F238E27FC236}">
                  <a16:creationId xmlns:a16="http://schemas.microsoft.com/office/drawing/2014/main" id="{981846EF-4198-4637-8638-6B35D0F0FEBD}"/>
                </a:ext>
              </a:extLst>
            </p:cNvPr>
            <p:cNvSpPr txBox="1"/>
            <p:nvPr/>
          </p:nvSpPr>
          <p:spPr>
            <a:xfrm>
              <a:off x="4392220" y="4483620"/>
              <a:ext cx="543739" cy="307777"/>
            </a:xfrm>
            <a:prstGeom prst="rect">
              <a:avLst/>
            </a:prstGeom>
            <a:noFill/>
          </p:spPr>
          <p:txBody>
            <a:bodyPr wrap="none" rtlCol="0">
              <a:spAutoFit/>
            </a:bodyPr>
            <a:lstStyle/>
            <a:p>
              <a:pPr algn="ctr"/>
              <a:r>
                <a:rPr lang="zh-CN" altLang="en-US" sz="1400" dirty="0">
                  <a:latin typeface="宋体" panose="02010600030101010101" pitchFamily="2" charset="-122"/>
                  <a:ea typeface="宋体" panose="02010600030101010101" pitchFamily="2" charset="-122"/>
                </a:rPr>
                <a:t>更新</a:t>
              </a:r>
            </a:p>
          </p:txBody>
        </p:sp>
      </p:grpSp>
    </p:spTree>
    <p:extLst>
      <p:ext uri="{BB962C8B-B14F-4D97-AF65-F5344CB8AC3E}">
        <p14:creationId xmlns:p14="http://schemas.microsoft.com/office/powerpoint/2010/main" val="2375783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971776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基于类别特征的训练框架</a:t>
            </a:r>
          </a:p>
        </p:txBody>
      </p:sp>
      <p:sp>
        <p:nvSpPr>
          <p:cNvPr id="2" name="Rectangle 2">
            <a:extLst>
              <a:ext uri="{FF2B5EF4-FFF2-40B4-BE49-F238E27FC236}">
                <a16:creationId xmlns:a16="http://schemas.microsoft.com/office/drawing/2014/main" id="{0D813228-CA61-4539-857C-2C048E77CD7A}"/>
              </a:ext>
            </a:extLst>
          </p:cNvPr>
          <p:cNvSpPr>
            <a:spLocks noChangeArrowheads="1"/>
          </p:cNvSpPr>
          <p:nvPr/>
        </p:nvSpPr>
        <p:spPr bwMode="auto">
          <a:xfrm>
            <a:off x="6997495" y="1885934"/>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对象 2">
            <a:extLst>
              <a:ext uri="{FF2B5EF4-FFF2-40B4-BE49-F238E27FC236}">
                <a16:creationId xmlns:a16="http://schemas.microsoft.com/office/drawing/2014/main" id="{DA8A48C0-DDB3-4E7C-9B87-9E817FAFDA72}"/>
              </a:ext>
            </a:extLst>
          </p:cNvPr>
          <p:cNvGraphicFramePr>
            <a:graphicFrameLocks noChangeAspect="1"/>
          </p:cNvGraphicFramePr>
          <p:nvPr>
            <p:extLst>
              <p:ext uri="{D42A27DB-BD31-4B8C-83A1-F6EECF244321}">
                <p14:modId xmlns:p14="http://schemas.microsoft.com/office/powerpoint/2010/main" val="583312612"/>
              </p:ext>
            </p:extLst>
          </p:nvPr>
        </p:nvGraphicFramePr>
        <p:xfrm>
          <a:off x="1209675" y="1979613"/>
          <a:ext cx="1849438" cy="723900"/>
        </p:xfrm>
        <a:graphic>
          <a:graphicData uri="http://schemas.openxmlformats.org/presentationml/2006/ole">
            <mc:AlternateContent xmlns:mc="http://schemas.openxmlformats.org/markup-compatibility/2006">
              <mc:Choice xmlns:v="urn:schemas-microsoft-com:vml" Requires="v">
                <p:oleObj name="Equation" r:id="rId5" imgW="1841400" imgH="723600" progId="Equation.DSMT4">
                  <p:embed/>
                </p:oleObj>
              </mc:Choice>
              <mc:Fallback>
                <p:oleObj name="Equation" r:id="rId5" imgW="1841400" imgH="723600" progId="Equation.DSMT4">
                  <p:embed/>
                  <p:pic>
                    <p:nvPicPr>
                      <p:cNvPr id="0" name="Object 1"/>
                      <p:cNvPicPr>
                        <a:picLocks noChangeAspect="1" noChangeArrowheads="1"/>
                      </p:cNvPicPr>
                      <p:nvPr/>
                    </p:nvPicPr>
                    <p:blipFill>
                      <a:blip r:embed="rId6"/>
                      <a:srcRect/>
                      <a:stretch>
                        <a:fillRect/>
                      </a:stretch>
                    </p:blipFill>
                    <p:spPr bwMode="auto">
                      <a:xfrm>
                        <a:off x="1209675" y="1979613"/>
                        <a:ext cx="1849438" cy="72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4" name="文本框 143">
            <a:extLst>
              <a:ext uri="{FF2B5EF4-FFF2-40B4-BE49-F238E27FC236}">
                <a16:creationId xmlns:a16="http://schemas.microsoft.com/office/drawing/2014/main" id="{0D3FF64E-0EC9-4238-BD96-0855DD8DAC38}"/>
              </a:ext>
            </a:extLst>
          </p:cNvPr>
          <p:cNvSpPr txBox="1"/>
          <p:nvPr/>
        </p:nvSpPr>
        <p:spPr>
          <a:xfrm>
            <a:off x="669084" y="1517922"/>
            <a:ext cx="3077943" cy="449418"/>
          </a:xfrm>
          <a:prstGeom prst="rect">
            <a:avLst/>
          </a:prstGeom>
          <a:noFill/>
        </p:spPr>
        <p:txBody>
          <a:bodyPr wrap="square" rtlCol="0">
            <a:spAutoFit/>
          </a:bodyPr>
          <a:lstStyle/>
          <a:p>
            <a:pPr algn="just">
              <a:lnSpc>
                <a:spcPct val="13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计算类别特征：</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5" name="文本框 144">
            <a:extLst>
              <a:ext uri="{FF2B5EF4-FFF2-40B4-BE49-F238E27FC236}">
                <a16:creationId xmlns:a16="http://schemas.microsoft.com/office/drawing/2014/main" id="{E7E15E7B-4C12-4D11-B97D-18C2B18588E7}"/>
              </a:ext>
            </a:extLst>
          </p:cNvPr>
          <p:cNvSpPr txBox="1"/>
          <p:nvPr/>
        </p:nvSpPr>
        <p:spPr>
          <a:xfrm>
            <a:off x="669085" y="2976504"/>
            <a:ext cx="1980000" cy="449418"/>
          </a:xfrm>
          <a:prstGeom prst="rect">
            <a:avLst/>
          </a:prstGeom>
          <a:noFill/>
        </p:spPr>
        <p:txBody>
          <a:bodyPr wrap="square" rtlCol="0">
            <a:spAutoFit/>
          </a:bodyPr>
          <a:lstStyle/>
          <a:p>
            <a:pPr algn="just">
              <a:lnSpc>
                <a:spcPct val="13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计算损失：</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9" name="对象 8">
            <a:extLst>
              <a:ext uri="{FF2B5EF4-FFF2-40B4-BE49-F238E27FC236}">
                <a16:creationId xmlns:a16="http://schemas.microsoft.com/office/drawing/2014/main" id="{8DE2EE64-183C-4628-BE4B-DB2BA04792BA}"/>
              </a:ext>
            </a:extLst>
          </p:cNvPr>
          <p:cNvGraphicFramePr>
            <a:graphicFrameLocks noChangeAspect="1"/>
          </p:cNvGraphicFramePr>
          <p:nvPr>
            <p:extLst>
              <p:ext uri="{D42A27DB-BD31-4B8C-83A1-F6EECF244321}">
                <p14:modId xmlns:p14="http://schemas.microsoft.com/office/powerpoint/2010/main" val="3079475265"/>
              </p:ext>
            </p:extLst>
          </p:nvPr>
        </p:nvGraphicFramePr>
        <p:xfrm>
          <a:off x="890136" y="3622178"/>
          <a:ext cx="3517900" cy="868363"/>
        </p:xfrm>
        <a:graphic>
          <a:graphicData uri="http://schemas.openxmlformats.org/presentationml/2006/ole">
            <mc:AlternateContent xmlns:mc="http://schemas.openxmlformats.org/markup-compatibility/2006">
              <mc:Choice xmlns:v="urn:schemas-microsoft-com:vml" Requires="v">
                <p:oleObj name="Equation" r:id="rId7" imgW="3517560" imgH="876240" progId="Equation.DSMT4">
                  <p:embed/>
                </p:oleObj>
              </mc:Choice>
              <mc:Fallback>
                <p:oleObj name="Equation" r:id="rId7" imgW="3517560" imgH="876240" progId="Equation.DSMT4">
                  <p:embed/>
                  <p:pic>
                    <p:nvPicPr>
                      <p:cNvPr id="0" name="Object 3"/>
                      <p:cNvPicPr>
                        <a:picLocks noChangeAspect="1" noChangeArrowheads="1"/>
                      </p:cNvPicPr>
                      <p:nvPr/>
                    </p:nvPicPr>
                    <p:blipFill>
                      <a:blip r:embed="rId8"/>
                      <a:srcRect/>
                      <a:stretch>
                        <a:fillRect/>
                      </a:stretch>
                    </p:blipFill>
                    <p:spPr bwMode="auto">
                      <a:xfrm>
                        <a:off x="890136" y="3622178"/>
                        <a:ext cx="3517900" cy="868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6" name="文本框 145">
            <a:extLst>
              <a:ext uri="{FF2B5EF4-FFF2-40B4-BE49-F238E27FC236}">
                <a16:creationId xmlns:a16="http://schemas.microsoft.com/office/drawing/2014/main" id="{D31736D5-22E4-4502-9E36-A4073CEA7382}"/>
              </a:ext>
            </a:extLst>
          </p:cNvPr>
          <p:cNvSpPr txBox="1"/>
          <p:nvPr/>
        </p:nvSpPr>
        <p:spPr>
          <a:xfrm>
            <a:off x="669085" y="4719409"/>
            <a:ext cx="2390027" cy="449418"/>
          </a:xfrm>
          <a:prstGeom prst="rect">
            <a:avLst/>
          </a:prstGeom>
          <a:noFill/>
        </p:spPr>
        <p:txBody>
          <a:bodyPr wrap="square" rtlCol="0">
            <a:spAutoFit/>
          </a:bodyPr>
          <a:lstStyle/>
          <a:p>
            <a:pPr algn="just">
              <a:lnSpc>
                <a:spcPct val="13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3.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更新类别特征：</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11" name="对象 10">
            <a:extLst>
              <a:ext uri="{FF2B5EF4-FFF2-40B4-BE49-F238E27FC236}">
                <a16:creationId xmlns:a16="http://schemas.microsoft.com/office/drawing/2014/main" id="{9D724D8F-2009-48A7-84D1-B4F38E68AC61}"/>
              </a:ext>
            </a:extLst>
          </p:cNvPr>
          <p:cNvGraphicFramePr>
            <a:graphicFrameLocks noChangeAspect="1"/>
          </p:cNvGraphicFramePr>
          <p:nvPr>
            <p:extLst>
              <p:ext uri="{D42A27DB-BD31-4B8C-83A1-F6EECF244321}">
                <p14:modId xmlns:p14="http://schemas.microsoft.com/office/powerpoint/2010/main" val="2150373646"/>
              </p:ext>
            </p:extLst>
          </p:nvPr>
        </p:nvGraphicFramePr>
        <p:xfrm>
          <a:off x="1055073" y="5340078"/>
          <a:ext cx="2651125" cy="458787"/>
        </p:xfrm>
        <a:graphic>
          <a:graphicData uri="http://schemas.openxmlformats.org/presentationml/2006/ole">
            <mc:AlternateContent xmlns:mc="http://schemas.openxmlformats.org/markup-compatibility/2006">
              <mc:Choice xmlns:v="urn:schemas-microsoft-com:vml" Requires="v">
                <p:oleObj name="Equation" r:id="rId9" imgW="2679480" imgH="431640" progId="Equation.DSMT4">
                  <p:embed/>
                </p:oleObj>
              </mc:Choice>
              <mc:Fallback>
                <p:oleObj name="Equation" r:id="rId9" imgW="2679480" imgH="431640" progId="Equation.DSMT4">
                  <p:embed/>
                  <p:pic>
                    <p:nvPicPr>
                      <p:cNvPr id="0" name="Object 5"/>
                      <p:cNvPicPr>
                        <a:picLocks noChangeAspect="1" noChangeArrowheads="1"/>
                      </p:cNvPicPr>
                      <p:nvPr/>
                    </p:nvPicPr>
                    <p:blipFill>
                      <a:blip r:embed="rId10"/>
                      <a:srcRect/>
                      <a:stretch>
                        <a:fillRect/>
                      </a:stretch>
                    </p:blipFill>
                    <p:spPr bwMode="auto">
                      <a:xfrm>
                        <a:off x="1055073" y="5340078"/>
                        <a:ext cx="2651125" cy="45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 name="组合 9">
            <a:extLst>
              <a:ext uri="{FF2B5EF4-FFF2-40B4-BE49-F238E27FC236}">
                <a16:creationId xmlns:a16="http://schemas.microsoft.com/office/drawing/2014/main" id="{BAB17414-FD62-41DE-AA7E-89DB838FE778}"/>
              </a:ext>
            </a:extLst>
          </p:cNvPr>
          <p:cNvGrpSpPr/>
          <p:nvPr/>
        </p:nvGrpSpPr>
        <p:grpSpPr>
          <a:xfrm>
            <a:off x="6183770" y="3559908"/>
            <a:ext cx="4168382" cy="2207959"/>
            <a:chOff x="6183770" y="3559908"/>
            <a:chExt cx="4168382" cy="2207959"/>
          </a:xfrm>
        </p:grpSpPr>
        <p:graphicFrame>
          <p:nvGraphicFramePr>
            <p:cNvPr id="13" name="对象 12">
              <a:extLst>
                <a:ext uri="{FF2B5EF4-FFF2-40B4-BE49-F238E27FC236}">
                  <a16:creationId xmlns:a16="http://schemas.microsoft.com/office/drawing/2014/main" id="{319B1805-2AB0-4097-8452-5F82C08DF9F7}"/>
                </a:ext>
              </a:extLst>
            </p:cNvPr>
            <p:cNvGraphicFramePr>
              <a:graphicFrameLocks noChangeAspect="1"/>
            </p:cNvGraphicFramePr>
            <p:nvPr>
              <p:extLst>
                <p:ext uri="{D42A27DB-BD31-4B8C-83A1-F6EECF244321}">
                  <p14:modId xmlns:p14="http://schemas.microsoft.com/office/powerpoint/2010/main" val="1551309337"/>
                </p:ext>
              </p:extLst>
            </p:nvPr>
          </p:nvGraphicFramePr>
          <p:xfrm>
            <a:off x="6450323" y="4081773"/>
            <a:ext cx="3627437" cy="868363"/>
          </p:xfrm>
          <a:graphic>
            <a:graphicData uri="http://schemas.openxmlformats.org/presentationml/2006/ole">
              <mc:AlternateContent xmlns:mc="http://schemas.openxmlformats.org/markup-compatibility/2006">
                <mc:Choice xmlns:v="urn:schemas-microsoft-com:vml" Requires="v">
                  <p:oleObj name="Equation" r:id="rId11" imgW="3619440" imgH="876240" progId="Equation.DSMT4">
                    <p:embed/>
                  </p:oleObj>
                </mc:Choice>
                <mc:Fallback>
                  <p:oleObj name="Equation" r:id="rId11" imgW="3619440" imgH="876240" progId="Equation.DSMT4">
                    <p:embed/>
                    <p:pic>
                      <p:nvPicPr>
                        <p:cNvPr id="0" name="Object 7"/>
                        <p:cNvPicPr>
                          <a:picLocks noChangeAspect="1" noChangeArrowheads="1"/>
                        </p:cNvPicPr>
                        <p:nvPr/>
                      </p:nvPicPr>
                      <p:blipFill>
                        <a:blip r:embed="rId12"/>
                        <a:srcRect/>
                        <a:stretch>
                          <a:fillRect/>
                        </a:stretch>
                      </p:blipFill>
                      <p:spPr bwMode="auto">
                        <a:xfrm>
                          <a:off x="6450323" y="4081773"/>
                          <a:ext cx="3627437" cy="868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对象 14">
              <a:extLst>
                <a:ext uri="{FF2B5EF4-FFF2-40B4-BE49-F238E27FC236}">
                  <a16:creationId xmlns:a16="http://schemas.microsoft.com/office/drawing/2014/main" id="{D17E1FEC-9028-4843-BEC7-0FA1EE3237BD}"/>
                </a:ext>
              </a:extLst>
            </p:cNvPr>
            <p:cNvGraphicFramePr>
              <a:graphicFrameLocks noChangeAspect="1"/>
            </p:cNvGraphicFramePr>
            <p:nvPr>
              <p:extLst>
                <p:ext uri="{D42A27DB-BD31-4B8C-83A1-F6EECF244321}">
                  <p14:modId xmlns:p14="http://schemas.microsoft.com/office/powerpoint/2010/main" val="2714478245"/>
                </p:ext>
              </p:extLst>
            </p:nvPr>
          </p:nvGraphicFramePr>
          <p:xfrm>
            <a:off x="6459289" y="5182303"/>
            <a:ext cx="2860675" cy="458788"/>
          </p:xfrm>
          <a:graphic>
            <a:graphicData uri="http://schemas.openxmlformats.org/presentationml/2006/ole">
              <mc:AlternateContent xmlns:mc="http://schemas.openxmlformats.org/markup-compatibility/2006">
                <mc:Choice xmlns:v="urn:schemas-microsoft-com:vml" Requires="v">
                  <p:oleObj name="Equation" r:id="rId13" imgW="2844720" imgH="431640" progId="Equation.DSMT4">
                    <p:embed/>
                  </p:oleObj>
                </mc:Choice>
                <mc:Fallback>
                  <p:oleObj name="Equation" r:id="rId13" imgW="2844720" imgH="431640" progId="Equation.DSMT4">
                    <p:embed/>
                    <p:pic>
                      <p:nvPicPr>
                        <p:cNvPr id="0" name="Object 9"/>
                        <p:cNvPicPr>
                          <a:picLocks noChangeAspect="1" noChangeArrowheads="1"/>
                        </p:cNvPicPr>
                        <p:nvPr/>
                      </p:nvPicPr>
                      <p:blipFill>
                        <a:blip r:embed="rId14"/>
                        <a:srcRect/>
                        <a:stretch>
                          <a:fillRect/>
                        </a:stretch>
                      </p:blipFill>
                      <p:spPr bwMode="auto">
                        <a:xfrm>
                          <a:off x="6459289" y="5182303"/>
                          <a:ext cx="2860675"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圆角 3">
              <a:extLst>
                <a:ext uri="{FF2B5EF4-FFF2-40B4-BE49-F238E27FC236}">
                  <a16:creationId xmlns:a16="http://schemas.microsoft.com/office/drawing/2014/main" id="{6F42E823-57EA-4006-89B3-C0686912B4A2}"/>
                </a:ext>
              </a:extLst>
            </p:cNvPr>
            <p:cNvSpPr/>
            <p:nvPr/>
          </p:nvSpPr>
          <p:spPr>
            <a:xfrm>
              <a:off x="6183770" y="4009326"/>
              <a:ext cx="4081867" cy="1758541"/>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文本框 146">
              <a:extLst>
                <a:ext uri="{FF2B5EF4-FFF2-40B4-BE49-F238E27FC236}">
                  <a16:creationId xmlns:a16="http://schemas.microsoft.com/office/drawing/2014/main" id="{DC9B38D4-05E0-4599-ABAE-F2C078D0CAAD}"/>
                </a:ext>
              </a:extLst>
            </p:cNvPr>
            <p:cNvSpPr txBox="1"/>
            <p:nvPr/>
          </p:nvSpPr>
          <p:spPr>
            <a:xfrm>
              <a:off x="9563695" y="3559908"/>
              <a:ext cx="788457" cy="449418"/>
            </a:xfrm>
            <a:prstGeom prst="rect">
              <a:avLst/>
            </a:prstGeom>
            <a:noFill/>
          </p:spPr>
          <p:txBody>
            <a:bodyPr wrap="square" rtlCol="0">
              <a:spAutoFit/>
            </a:bodyPr>
            <a:lstStyle/>
            <a:p>
              <a:pPr algn="just">
                <a:lnSpc>
                  <a:spcPct val="130000"/>
                </a:lnSpc>
              </a:pP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源域</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grpSp>
      <p:grpSp>
        <p:nvGrpSpPr>
          <p:cNvPr id="14" name="组合 13">
            <a:extLst>
              <a:ext uri="{FF2B5EF4-FFF2-40B4-BE49-F238E27FC236}">
                <a16:creationId xmlns:a16="http://schemas.microsoft.com/office/drawing/2014/main" id="{2CD97D29-5DF4-4DA3-B79C-C5F11F8C0A12}"/>
              </a:ext>
            </a:extLst>
          </p:cNvPr>
          <p:cNvGrpSpPr/>
          <p:nvPr/>
        </p:nvGrpSpPr>
        <p:grpSpPr>
          <a:xfrm>
            <a:off x="4072858" y="1623119"/>
            <a:ext cx="5641687" cy="1305383"/>
            <a:chOff x="4072858" y="1623119"/>
            <a:chExt cx="5641687" cy="1305383"/>
          </a:xfrm>
        </p:grpSpPr>
        <p:grpSp>
          <p:nvGrpSpPr>
            <p:cNvPr id="77" name="组合 76">
              <a:extLst>
                <a:ext uri="{FF2B5EF4-FFF2-40B4-BE49-F238E27FC236}">
                  <a16:creationId xmlns:a16="http://schemas.microsoft.com/office/drawing/2014/main" id="{A0B65B1E-C68B-4786-B667-30355ABC3F53}"/>
                </a:ext>
              </a:extLst>
            </p:cNvPr>
            <p:cNvGrpSpPr/>
            <p:nvPr/>
          </p:nvGrpSpPr>
          <p:grpSpPr>
            <a:xfrm>
              <a:off x="5970111" y="1827362"/>
              <a:ext cx="777600" cy="777601"/>
              <a:chOff x="5211687" y="3770642"/>
              <a:chExt cx="648000" cy="648000"/>
            </a:xfrm>
          </p:grpSpPr>
          <p:sp>
            <p:nvSpPr>
              <p:cNvPr id="217" name="矩形 216">
                <a:extLst>
                  <a:ext uri="{FF2B5EF4-FFF2-40B4-BE49-F238E27FC236}">
                    <a16:creationId xmlns:a16="http://schemas.microsoft.com/office/drawing/2014/main" id="{92BD814F-D16F-4E21-82C2-18C47D3B7AF2}"/>
                  </a:ext>
                </a:extLst>
              </p:cNvPr>
              <p:cNvSpPr/>
              <p:nvPr/>
            </p:nvSpPr>
            <p:spPr>
              <a:xfrm>
                <a:off x="5211687" y="3770642"/>
                <a:ext cx="648000" cy="648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8" name="椭圆 217">
                <a:extLst>
                  <a:ext uri="{FF2B5EF4-FFF2-40B4-BE49-F238E27FC236}">
                    <a16:creationId xmlns:a16="http://schemas.microsoft.com/office/drawing/2014/main" id="{5B1E92FC-8D50-4ACB-9DE6-1BC2AEF97441}"/>
                  </a:ext>
                </a:extLst>
              </p:cNvPr>
              <p:cNvSpPr/>
              <p:nvPr/>
            </p:nvSpPr>
            <p:spPr>
              <a:xfrm>
                <a:off x="5689723" y="4259441"/>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9" name="椭圆 218">
                <a:extLst>
                  <a:ext uri="{FF2B5EF4-FFF2-40B4-BE49-F238E27FC236}">
                    <a16:creationId xmlns:a16="http://schemas.microsoft.com/office/drawing/2014/main" id="{DC32E0C4-3BF9-45F8-8945-8926F654F055}"/>
                  </a:ext>
                </a:extLst>
              </p:cNvPr>
              <p:cNvSpPr/>
              <p:nvPr/>
            </p:nvSpPr>
            <p:spPr>
              <a:xfrm>
                <a:off x="5649865" y="4229646"/>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0" name="椭圆 219">
                <a:extLst>
                  <a:ext uri="{FF2B5EF4-FFF2-40B4-BE49-F238E27FC236}">
                    <a16:creationId xmlns:a16="http://schemas.microsoft.com/office/drawing/2014/main" id="{93CC4205-E5D1-4F44-9DF1-E50F372FC9A0}"/>
                  </a:ext>
                </a:extLst>
              </p:cNvPr>
              <p:cNvSpPr/>
              <p:nvPr/>
            </p:nvSpPr>
            <p:spPr>
              <a:xfrm>
                <a:off x="5683117" y="4147137"/>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1" name="椭圆 220">
                <a:extLst>
                  <a:ext uri="{FF2B5EF4-FFF2-40B4-BE49-F238E27FC236}">
                    <a16:creationId xmlns:a16="http://schemas.microsoft.com/office/drawing/2014/main" id="{EFDA14BB-7345-4C75-B688-6D2E556B4572}"/>
                  </a:ext>
                </a:extLst>
              </p:cNvPr>
              <p:cNvSpPr/>
              <p:nvPr/>
            </p:nvSpPr>
            <p:spPr>
              <a:xfrm>
                <a:off x="5661863" y="4307390"/>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椭圆 221">
                <a:extLst>
                  <a:ext uri="{FF2B5EF4-FFF2-40B4-BE49-F238E27FC236}">
                    <a16:creationId xmlns:a16="http://schemas.microsoft.com/office/drawing/2014/main" id="{CFD1384D-A90B-437F-BBA0-6439943D9C37}"/>
                  </a:ext>
                </a:extLst>
              </p:cNvPr>
              <p:cNvSpPr/>
              <p:nvPr/>
            </p:nvSpPr>
            <p:spPr>
              <a:xfrm>
                <a:off x="5598841" y="4229195"/>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3" name="椭圆 222">
                <a:extLst>
                  <a:ext uri="{FF2B5EF4-FFF2-40B4-BE49-F238E27FC236}">
                    <a16:creationId xmlns:a16="http://schemas.microsoft.com/office/drawing/2014/main" id="{536085F6-68CD-41E0-9F17-4C9FD04340DA}"/>
                  </a:ext>
                </a:extLst>
              </p:cNvPr>
              <p:cNvSpPr/>
              <p:nvPr/>
            </p:nvSpPr>
            <p:spPr>
              <a:xfrm>
                <a:off x="5730814" y="4131362"/>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椭圆 223">
                <a:extLst>
                  <a:ext uri="{FF2B5EF4-FFF2-40B4-BE49-F238E27FC236}">
                    <a16:creationId xmlns:a16="http://schemas.microsoft.com/office/drawing/2014/main" id="{230301A1-F823-4B73-B8AC-5A22B5565617}"/>
                  </a:ext>
                </a:extLst>
              </p:cNvPr>
              <p:cNvSpPr/>
              <p:nvPr/>
            </p:nvSpPr>
            <p:spPr>
              <a:xfrm>
                <a:off x="5712814" y="4178272"/>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椭圆 224">
                <a:extLst>
                  <a:ext uri="{FF2B5EF4-FFF2-40B4-BE49-F238E27FC236}">
                    <a16:creationId xmlns:a16="http://schemas.microsoft.com/office/drawing/2014/main" id="{D7375BF1-768F-4605-9734-8C40D8C3C55D}"/>
                  </a:ext>
                </a:extLst>
              </p:cNvPr>
              <p:cNvSpPr/>
              <p:nvPr/>
            </p:nvSpPr>
            <p:spPr>
              <a:xfrm>
                <a:off x="5657986" y="4122733"/>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椭圆 225">
                <a:extLst>
                  <a:ext uri="{FF2B5EF4-FFF2-40B4-BE49-F238E27FC236}">
                    <a16:creationId xmlns:a16="http://schemas.microsoft.com/office/drawing/2014/main" id="{C3FDC15D-3B29-4362-A3C8-AE6B8D572867}"/>
                  </a:ext>
                </a:extLst>
              </p:cNvPr>
              <p:cNvSpPr/>
              <p:nvPr/>
            </p:nvSpPr>
            <p:spPr>
              <a:xfrm>
                <a:off x="5521796" y="3939970"/>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7" name="椭圆 226">
                <a:extLst>
                  <a:ext uri="{FF2B5EF4-FFF2-40B4-BE49-F238E27FC236}">
                    <a16:creationId xmlns:a16="http://schemas.microsoft.com/office/drawing/2014/main" id="{241B0E52-0C28-46F9-BAAC-7ECDCA483B51}"/>
                  </a:ext>
                </a:extLst>
              </p:cNvPr>
              <p:cNvSpPr/>
              <p:nvPr/>
            </p:nvSpPr>
            <p:spPr>
              <a:xfrm>
                <a:off x="5492828" y="4029186"/>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8" name="椭圆 227">
                <a:extLst>
                  <a:ext uri="{FF2B5EF4-FFF2-40B4-BE49-F238E27FC236}">
                    <a16:creationId xmlns:a16="http://schemas.microsoft.com/office/drawing/2014/main" id="{16293EE6-96AE-48F8-8C22-D2257808B5CE}"/>
                  </a:ext>
                </a:extLst>
              </p:cNvPr>
              <p:cNvSpPr/>
              <p:nvPr/>
            </p:nvSpPr>
            <p:spPr>
              <a:xfrm>
                <a:off x="5448604" y="3900333"/>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9" name="椭圆 228">
                <a:extLst>
                  <a:ext uri="{FF2B5EF4-FFF2-40B4-BE49-F238E27FC236}">
                    <a16:creationId xmlns:a16="http://schemas.microsoft.com/office/drawing/2014/main" id="{65276166-DE98-4612-A927-BBFB533D1961}"/>
                  </a:ext>
                </a:extLst>
              </p:cNvPr>
              <p:cNvSpPr/>
              <p:nvPr/>
            </p:nvSpPr>
            <p:spPr>
              <a:xfrm>
                <a:off x="5499687" y="3933180"/>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椭圆 229">
                <a:extLst>
                  <a:ext uri="{FF2B5EF4-FFF2-40B4-BE49-F238E27FC236}">
                    <a16:creationId xmlns:a16="http://schemas.microsoft.com/office/drawing/2014/main" id="{0F2706CF-DD27-40EF-8473-B04838FFB7B4}"/>
                  </a:ext>
                </a:extLst>
              </p:cNvPr>
              <p:cNvSpPr/>
              <p:nvPr/>
            </p:nvSpPr>
            <p:spPr>
              <a:xfrm>
                <a:off x="5500604" y="3957186"/>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1" name="椭圆 230">
                <a:extLst>
                  <a:ext uri="{FF2B5EF4-FFF2-40B4-BE49-F238E27FC236}">
                    <a16:creationId xmlns:a16="http://schemas.microsoft.com/office/drawing/2014/main" id="{E3F8CB46-E414-4AFD-BF5D-07A3162746DC}"/>
                  </a:ext>
                </a:extLst>
              </p:cNvPr>
              <p:cNvSpPr/>
              <p:nvPr/>
            </p:nvSpPr>
            <p:spPr>
              <a:xfrm>
                <a:off x="5583485" y="3897038"/>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椭圆 231">
                <a:extLst>
                  <a:ext uri="{FF2B5EF4-FFF2-40B4-BE49-F238E27FC236}">
                    <a16:creationId xmlns:a16="http://schemas.microsoft.com/office/drawing/2014/main" id="{B6263DCB-4A20-479F-A0AB-E4DE7170306C}"/>
                  </a:ext>
                </a:extLst>
              </p:cNvPr>
              <p:cNvSpPr/>
              <p:nvPr/>
            </p:nvSpPr>
            <p:spPr>
              <a:xfrm>
                <a:off x="5572908" y="3966020"/>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椭圆 232">
                <a:extLst>
                  <a:ext uri="{FF2B5EF4-FFF2-40B4-BE49-F238E27FC236}">
                    <a16:creationId xmlns:a16="http://schemas.microsoft.com/office/drawing/2014/main" id="{95DB19C9-9D84-4C77-94E7-2C2965021A27}"/>
                  </a:ext>
                </a:extLst>
              </p:cNvPr>
              <p:cNvSpPr/>
              <p:nvPr/>
            </p:nvSpPr>
            <p:spPr>
              <a:xfrm>
                <a:off x="5431495" y="3951479"/>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4" name="椭圆 233">
                <a:extLst>
                  <a:ext uri="{FF2B5EF4-FFF2-40B4-BE49-F238E27FC236}">
                    <a16:creationId xmlns:a16="http://schemas.microsoft.com/office/drawing/2014/main" id="{47181FFD-AF8B-4B94-A460-3F0BDC807434}"/>
                  </a:ext>
                </a:extLst>
              </p:cNvPr>
              <p:cNvSpPr/>
              <p:nvPr/>
            </p:nvSpPr>
            <p:spPr>
              <a:xfrm>
                <a:off x="5341795" y="4109314"/>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5" name="椭圆 234">
                <a:extLst>
                  <a:ext uri="{FF2B5EF4-FFF2-40B4-BE49-F238E27FC236}">
                    <a16:creationId xmlns:a16="http://schemas.microsoft.com/office/drawing/2014/main" id="{5ED8477D-2028-4DB2-AB59-3D231478C1BF}"/>
                  </a:ext>
                </a:extLst>
              </p:cNvPr>
              <p:cNvSpPr/>
              <p:nvPr/>
            </p:nvSpPr>
            <p:spPr>
              <a:xfrm>
                <a:off x="5259231" y="4224578"/>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6" name="椭圆 235">
                <a:extLst>
                  <a:ext uri="{FF2B5EF4-FFF2-40B4-BE49-F238E27FC236}">
                    <a16:creationId xmlns:a16="http://schemas.microsoft.com/office/drawing/2014/main" id="{43AAE241-8E95-4305-85C2-F647B4925C5E}"/>
                  </a:ext>
                </a:extLst>
              </p:cNvPr>
              <p:cNvSpPr/>
              <p:nvPr/>
            </p:nvSpPr>
            <p:spPr>
              <a:xfrm>
                <a:off x="5395506" y="4230432"/>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7" name="椭圆 236">
                <a:extLst>
                  <a:ext uri="{FF2B5EF4-FFF2-40B4-BE49-F238E27FC236}">
                    <a16:creationId xmlns:a16="http://schemas.microsoft.com/office/drawing/2014/main" id="{FCB17B70-7820-4332-8E62-686762868D39}"/>
                  </a:ext>
                </a:extLst>
              </p:cNvPr>
              <p:cNvSpPr/>
              <p:nvPr/>
            </p:nvSpPr>
            <p:spPr>
              <a:xfrm>
                <a:off x="5384619" y="4317973"/>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8" name="椭圆 237">
                <a:extLst>
                  <a:ext uri="{FF2B5EF4-FFF2-40B4-BE49-F238E27FC236}">
                    <a16:creationId xmlns:a16="http://schemas.microsoft.com/office/drawing/2014/main" id="{0BE7B160-014D-4D42-BCEA-A76A936A6C56}"/>
                  </a:ext>
                </a:extLst>
              </p:cNvPr>
              <p:cNvSpPr/>
              <p:nvPr/>
            </p:nvSpPr>
            <p:spPr>
              <a:xfrm>
                <a:off x="5359506" y="4185183"/>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9" name="椭圆 238">
                <a:extLst>
                  <a:ext uri="{FF2B5EF4-FFF2-40B4-BE49-F238E27FC236}">
                    <a16:creationId xmlns:a16="http://schemas.microsoft.com/office/drawing/2014/main" id="{2B36C09E-63B9-4412-8EB9-FDF5689175D8}"/>
                  </a:ext>
                </a:extLst>
              </p:cNvPr>
              <p:cNvSpPr/>
              <p:nvPr/>
            </p:nvSpPr>
            <p:spPr>
              <a:xfrm>
                <a:off x="5449586" y="4271401"/>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0" name="椭圆 239">
                <a:extLst>
                  <a:ext uri="{FF2B5EF4-FFF2-40B4-BE49-F238E27FC236}">
                    <a16:creationId xmlns:a16="http://schemas.microsoft.com/office/drawing/2014/main" id="{65ACE831-D52C-425B-BA62-A19C3CA36776}"/>
                  </a:ext>
                </a:extLst>
              </p:cNvPr>
              <p:cNvSpPr/>
              <p:nvPr/>
            </p:nvSpPr>
            <p:spPr>
              <a:xfrm>
                <a:off x="5404001" y="4178272"/>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1" name="椭圆 240">
                <a:extLst>
                  <a:ext uri="{FF2B5EF4-FFF2-40B4-BE49-F238E27FC236}">
                    <a16:creationId xmlns:a16="http://schemas.microsoft.com/office/drawing/2014/main" id="{66746BC3-E19F-4815-9C09-4779F2263B84}"/>
                  </a:ext>
                </a:extLst>
              </p:cNvPr>
              <p:cNvSpPr/>
              <p:nvPr/>
            </p:nvSpPr>
            <p:spPr>
              <a:xfrm>
                <a:off x="5456116" y="4174248"/>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2" name="椭圆 241">
                <a:extLst>
                  <a:ext uri="{FF2B5EF4-FFF2-40B4-BE49-F238E27FC236}">
                    <a16:creationId xmlns:a16="http://schemas.microsoft.com/office/drawing/2014/main" id="{651AEBE7-CA9B-4ED2-A16C-108004481ADC}"/>
                  </a:ext>
                </a:extLst>
              </p:cNvPr>
              <p:cNvSpPr/>
              <p:nvPr/>
            </p:nvSpPr>
            <p:spPr>
              <a:xfrm>
                <a:off x="5313832" y="4174248"/>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3" name="椭圆 242">
                <a:extLst>
                  <a:ext uri="{FF2B5EF4-FFF2-40B4-BE49-F238E27FC236}">
                    <a16:creationId xmlns:a16="http://schemas.microsoft.com/office/drawing/2014/main" id="{9267CDB5-D981-4255-838F-309B3C18D2FB}"/>
                  </a:ext>
                </a:extLst>
              </p:cNvPr>
              <p:cNvSpPr/>
              <p:nvPr/>
            </p:nvSpPr>
            <p:spPr>
              <a:xfrm>
                <a:off x="5327397" y="4229646"/>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4" name="椭圆 243">
                <a:extLst>
                  <a:ext uri="{FF2B5EF4-FFF2-40B4-BE49-F238E27FC236}">
                    <a16:creationId xmlns:a16="http://schemas.microsoft.com/office/drawing/2014/main" id="{559A8587-0617-4FCE-8F97-2B17729CFE6D}"/>
                  </a:ext>
                </a:extLst>
              </p:cNvPr>
              <p:cNvSpPr/>
              <p:nvPr/>
            </p:nvSpPr>
            <p:spPr>
              <a:xfrm>
                <a:off x="5373504" y="4260578"/>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 name="椭圆 244">
                <a:extLst>
                  <a:ext uri="{FF2B5EF4-FFF2-40B4-BE49-F238E27FC236}">
                    <a16:creationId xmlns:a16="http://schemas.microsoft.com/office/drawing/2014/main" id="{03E08679-D4F9-4BA4-AA2A-9F0EFF66986A}"/>
                  </a:ext>
                </a:extLst>
              </p:cNvPr>
              <p:cNvSpPr/>
              <p:nvPr/>
            </p:nvSpPr>
            <p:spPr>
              <a:xfrm>
                <a:off x="5460495" y="3981771"/>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6" name="椭圆 245">
                <a:extLst>
                  <a:ext uri="{FF2B5EF4-FFF2-40B4-BE49-F238E27FC236}">
                    <a16:creationId xmlns:a16="http://schemas.microsoft.com/office/drawing/2014/main" id="{534FBA08-EFED-4C1F-9754-48D191C5A78D}"/>
                  </a:ext>
                </a:extLst>
              </p:cNvPr>
              <p:cNvSpPr/>
              <p:nvPr/>
            </p:nvSpPr>
            <p:spPr>
              <a:xfrm>
                <a:off x="5579107" y="4006651"/>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7" name="椭圆 246">
                <a:extLst>
                  <a:ext uri="{FF2B5EF4-FFF2-40B4-BE49-F238E27FC236}">
                    <a16:creationId xmlns:a16="http://schemas.microsoft.com/office/drawing/2014/main" id="{C537F67F-F282-4498-87E3-3123175083A6}"/>
                  </a:ext>
                </a:extLst>
              </p:cNvPr>
              <p:cNvSpPr/>
              <p:nvPr/>
            </p:nvSpPr>
            <p:spPr>
              <a:xfrm>
                <a:off x="5533228" y="3993186"/>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8" name="椭圆 247">
                <a:extLst>
                  <a:ext uri="{FF2B5EF4-FFF2-40B4-BE49-F238E27FC236}">
                    <a16:creationId xmlns:a16="http://schemas.microsoft.com/office/drawing/2014/main" id="{0D05C5F8-FDDC-4A31-A33E-E0EA3A1B39EA}"/>
                  </a:ext>
                </a:extLst>
              </p:cNvPr>
              <p:cNvSpPr/>
              <p:nvPr/>
            </p:nvSpPr>
            <p:spPr>
              <a:xfrm>
                <a:off x="5760123" y="4185183"/>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9" name="椭圆 248">
                <a:extLst>
                  <a:ext uri="{FF2B5EF4-FFF2-40B4-BE49-F238E27FC236}">
                    <a16:creationId xmlns:a16="http://schemas.microsoft.com/office/drawing/2014/main" id="{1EE6CC1D-8182-49B5-B294-16A77330CAAD}"/>
                  </a:ext>
                </a:extLst>
              </p:cNvPr>
              <p:cNvSpPr/>
              <p:nvPr/>
            </p:nvSpPr>
            <p:spPr>
              <a:xfrm>
                <a:off x="5653420" y="4175492"/>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0" name="椭圆 249">
                <a:extLst>
                  <a:ext uri="{FF2B5EF4-FFF2-40B4-BE49-F238E27FC236}">
                    <a16:creationId xmlns:a16="http://schemas.microsoft.com/office/drawing/2014/main" id="{5BB45CF3-E7D5-4595-B561-45CA0EB6C536}"/>
                  </a:ext>
                </a:extLst>
              </p:cNvPr>
              <p:cNvSpPr/>
              <p:nvPr/>
            </p:nvSpPr>
            <p:spPr>
              <a:xfrm>
                <a:off x="5743161" y="4238581"/>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1" name="椭圆 250">
                <a:extLst>
                  <a:ext uri="{FF2B5EF4-FFF2-40B4-BE49-F238E27FC236}">
                    <a16:creationId xmlns:a16="http://schemas.microsoft.com/office/drawing/2014/main" id="{8B9697F3-B859-4799-92EB-977AC0FA90A7}"/>
                  </a:ext>
                </a:extLst>
              </p:cNvPr>
              <p:cNvSpPr/>
              <p:nvPr/>
            </p:nvSpPr>
            <p:spPr>
              <a:xfrm>
                <a:off x="5302210" y="4276580"/>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2" name="椭圆 251">
                <a:extLst>
                  <a:ext uri="{FF2B5EF4-FFF2-40B4-BE49-F238E27FC236}">
                    <a16:creationId xmlns:a16="http://schemas.microsoft.com/office/drawing/2014/main" id="{A1D535D3-017B-4BFB-9350-C3B0544D9AFD}"/>
                  </a:ext>
                </a:extLst>
              </p:cNvPr>
              <p:cNvSpPr/>
              <p:nvPr/>
            </p:nvSpPr>
            <p:spPr>
              <a:xfrm>
                <a:off x="5277004" y="4147137"/>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3" name="椭圆 252">
                <a:extLst>
                  <a:ext uri="{FF2B5EF4-FFF2-40B4-BE49-F238E27FC236}">
                    <a16:creationId xmlns:a16="http://schemas.microsoft.com/office/drawing/2014/main" id="{C098C2A7-9652-40E2-ABCA-B02306D8AEB6}"/>
                  </a:ext>
                </a:extLst>
              </p:cNvPr>
              <p:cNvSpPr/>
              <p:nvPr/>
            </p:nvSpPr>
            <p:spPr>
              <a:xfrm>
                <a:off x="5291049" y="4211646"/>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4" name="椭圆 253">
                <a:extLst>
                  <a:ext uri="{FF2B5EF4-FFF2-40B4-BE49-F238E27FC236}">
                    <a16:creationId xmlns:a16="http://schemas.microsoft.com/office/drawing/2014/main" id="{4FA3C297-742D-4B75-A922-F730158E3CF1}"/>
                  </a:ext>
                </a:extLst>
              </p:cNvPr>
              <p:cNvSpPr/>
              <p:nvPr/>
            </p:nvSpPr>
            <p:spPr>
              <a:xfrm>
                <a:off x="5323042" y="4260578"/>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椭圆 254">
                <a:extLst>
                  <a:ext uri="{FF2B5EF4-FFF2-40B4-BE49-F238E27FC236}">
                    <a16:creationId xmlns:a16="http://schemas.microsoft.com/office/drawing/2014/main" id="{5A8BF93C-23C5-49D6-9B47-A2EE94D5CAB0}"/>
                  </a:ext>
                </a:extLst>
              </p:cNvPr>
              <p:cNvSpPr/>
              <p:nvPr/>
            </p:nvSpPr>
            <p:spPr>
              <a:xfrm>
                <a:off x="5460495" y="3891412"/>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6" name="椭圆 255">
                <a:extLst>
                  <a:ext uri="{FF2B5EF4-FFF2-40B4-BE49-F238E27FC236}">
                    <a16:creationId xmlns:a16="http://schemas.microsoft.com/office/drawing/2014/main" id="{7236AF17-DEB0-4C10-8848-BE23859059D2}"/>
                  </a:ext>
                </a:extLst>
              </p:cNvPr>
              <p:cNvSpPr/>
              <p:nvPr/>
            </p:nvSpPr>
            <p:spPr>
              <a:xfrm>
                <a:off x="5521796" y="3827678"/>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7" name="椭圆 256">
                <a:extLst>
                  <a:ext uri="{FF2B5EF4-FFF2-40B4-BE49-F238E27FC236}">
                    <a16:creationId xmlns:a16="http://schemas.microsoft.com/office/drawing/2014/main" id="{36061CD8-AD78-4A77-B686-39641864B305}"/>
                  </a:ext>
                </a:extLst>
              </p:cNvPr>
              <p:cNvSpPr/>
              <p:nvPr/>
            </p:nvSpPr>
            <p:spPr>
              <a:xfrm>
                <a:off x="5511352" y="3906572"/>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椭圆 257">
                <a:extLst>
                  <a:ext uri="{FF2B5EF4-FFF2-40B4-BE49-F238E27FC236}">
                    <a16:creationId xmlns:a16="http://schemas.microsoft.com/office/drawing/2014/main" id="{D7446D43-7C3C-4196-963D-85436107271F}"/>
                  </a:ext>
                </a:extLst>
              </p:cNvPr>
              <p:cNvSpPr/>
              <p:nvPr/>
            </p:nvSpPr>
            <p:spPr>
              <a:xfrm>
                <a:off x="5392645" y="3906572"/>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9" name="椭圆 258">
                <a:extLst>
                  <a:ext uri="{FF2B5EF4-FFF2-40B4-BE49-F238E27FC236}">
                    <a16:creationId xmlns:a16="http://schemas.microsoft.com/office/drawing/2014/main" id="{08BEA40B-9A15-486C-81AE-3680D502D49D}"/>
                  </a:ext>
                </a:extLst>
              </p:cNvPr>
              <p:cNvSpPr/>
              <p:nvPr/>
            </p:nvSpPr>
            <p:spPr>
              <a:xfrm>
                <a:off x="5733157" y="4292876"/>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0" name="椭圆 259">
                <a:extLst>
                  <a:ext uri="{FF2B5EF4-FFF2-40B4-BE49-F238E27FC236}">
                    <a16:creationId xmlns:a16="http://schemas.microsoft.com/office/drawing/2014/main" id="{37237284-801D-432C-8454-C3FB91A4D321}"/>
                  </a:ext>
                </a:extLst>
              </p:cNvPr>
              <p:cNvSpPr/>
              <p:nvPr/>
            </p:nvSpPr>
            <p:spPr>
              <a:xfrm>
                <a:off x="5728466" y="4218856"/>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1" name="椭圆 260">
                <a:extLst>
                  <a:ext uri="{FF2B5EF4-FFF2-40B4-BE49-F238E27FC236}">
                    <a16:creationId xmlns:a16="http://schemas.microsoft.com/office/drawing/2014/main" id="{75957E86-18FE-4DD9-B764-45D138B41037}"/>
                  </a:ext>
                </a:extLst>
              </p:cNvPr>
              <p:cNvSpPr/>
              <p:nvPr/>
            </p:nvSpPr>
            <p:spPr>
              <a:xfrm>
                <a:off x="5666334" y="4281230"/>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2" name="椭圆 261">
                <a:extLst>
                  <a:ext uri="{FF2B5EF4-FFF2-40B4-BE49-F238E27FC236}">
                    <a16:creationId xmlns:a16="http://schemas.microsoft.com/office/drawing/2014/main" id="{3E6E16A1-85A3-49B6-9397-B449A8B2D2F5}"/>
                  </a:ext>
                </a:extLst>
              </p:cNvPr>
              <p:cNvSpPr/>
              <p:nvPr/>
            </p:nvSpPr>
            <p:spPr>
              <a:xfrm>
                <a:off x="5697863" y="4219866"/>
                <a:ext cx="36000" cy="36000"/>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8" name="组合 77">
              <a:extLst>
                <a:ext uri="{FF2B5EF4-FFF2-40B4-BE49-F238E27FC236}">
                  <a16:creationId xmlns:a16="http://schemas.microsoft.com/office/drawing/2014/main" id="{5B6F8D8E-2662-4634-B6D5-9879DE091567}"/>
                </a:ext>
              </a:extLst>
            </p:cNvPr>
            <p:cNvGrpSpPr/>
            <p:nvPr/>
          </p:nvGrpSpPr>
          <p:grpSpPr>
            <a:xfrm>
              <a:off x="7397222" y="1827362"/>
              <a:ext cx="777600" cy="777601"/>
              <a:chOff x="6334272" y="3780057"/>
              <a:chExt cx="648000" cy="648000"/>
            </a:xfrm>
          </p:grpSpPr>
          <p:sp>
            <p:nvSpPr>
              <p:cNvPr id="99" name="椭圆 98">
                <a:extLst>
                  <a:ext uri="{FF2B5EF4-FFF2-40B4-BE49-F238E27FC236}">
                    <a16:creationId xmlns:a16="http://schemas.microsoft.com/office/drawing/2014/main" id="{5EC603BF-97C2-4B80-9B4D-31CD49A819AB}"/>
                  </a:ext>
                </a:extLst>
              </p:cNvPr>
              <p:cNvSpPr/>
              <p:nvPr/>
            </p:nvSpPr>
            <p:spPr>
              <a:xfrm>
                <a:off x="6352949" y="4096089"/>
                <a:ext cx="288000" cy="288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椭圆 99">
                <a:extLst>
                  <a:ext uri="{FF2B5EF4-FFF2-40B4-BE49-F238E27FC236}">
                    <a16:creationId xmlns:a16="http://schemas.microsoft.com/office/drawing/2014/main" id="{9784B958-7C8B-428D-A3E8-DB960EAA705C}"/>
                  </a:ext>
                </a:extLst>
              </p:cNvPr>
              <p:cNvSpPr/>
              <p:nvPr/>
            </p:nvSpPr>
            <p:spPr>
              <a:xfrm>
                <a:off x="6683472" y="4096970"/>
                <a:ext cx="288000" cy="28800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a:extLst>
                  <a:ext uri="{FF2B5EF4-FFF2-40B4-BE49-F238E27FC236}">
                    <a16:creationId xmlns:a16="http://schemas.microsoft.com/office/drawing/2014/main" id="{B87F2058-FF58-43F2-9B4B-B38CA72DCDC0}"/>
                  </a:ext>
                </a:extLst>
              </p:cNvPr>
              <p:cNvSpPr/>
              <p:nvPr/>
            </p:nvSpPr>
            <p:spPr>
              <a:xfrm>
                <a:off x="6495714" y="3805873"/>
                <a:ext cx="288000" cy="288000"/>
              </a:xfrm>
              <a:prstGeom prst="ellipse">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101">
                <a:extLst>
                  <a:ext uri="{FF2B5EF4-FFF2-40B4-BE49-F238E27FC236}">
                    <a16:creationId xmlns:a16="http://schemas.microsoft.com/office/drawing/2014/main" id="{EE6C27B4-7758-43C3-B122-52B87B96FACB}"/>
                  </a:ext>
                </a:extLst>
              </p:cNvPr>
              <p:cNvSpPr/>
              <p:nvPr/>
            </p:nvSpPr>
            <p:spPr>
              <a:xfrm>
                <a:off x="6334272" y="3780057"/>
                <a:ext cx="648000" cy="648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a:extLst>
                  <a:ext uri="{FF2B5EF4-FFF2-40B4-BE49-F238E27FC236}">
                    <a16:creationId xmlns:a16="http://schemas.microsoft.com/office/drawing/2014/main" id="{44114BC4-2804-443B-96DE-81DED33A8105}"/>
                  </a:ext>
                </a:extLst>
              </p:cNvPr>
              <p:cNvSpPr/>
              <p:nvPr/>
            </p:nvSpPr>
            <p:spPr>
              <a:xfrm>
                <a:off x="6644381" y="3949385"/>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F2867A10-7BD8-4E90-AB39-2E0EAF910B09}"/>
                  </a:ext>
                </a:extLst>
              </p:cNvPr>
              <p:cNvSpPr/>
              <p:nvPr/>
            </p:nvSpPr>
            <p:spPr>
              <a:xfrm>
                <a:off x="6615413" y="4038601"/>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a:extLst>
                  <a:ext uri="{FF2B5EF4-FFF2-40B4-BE49-F238E27FC236}">
                    <a16:creationId xmlns:a16="http://schemas.microsoft.com/office/drawing/2014/main" id="{1E4B38BF-FA4C-45A9-922B-4F960D74C237}"/>
                  </a:ext>
                </a:extLst>
              </p:cNvPr>
              <p:cNvSpPr/>
              <p:nvPr/>
            </p:nvSpPr>
            <p:spPr>
              <a:xfrm>
                <a:off x="6571189" y="3909748"/>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a:extLst>
                  <a:ext uri="{FF2B5EF4-FFF2-40B4-BE49-F238E27FC236}">
                    <a16:creationId xmlns:a16="http://schemas.microsoft.com/office/drawing/2014/main" id="{9E0FBBE3-CEEF-4F1A-8A85-D569CBED0F6A}"/>
                  </a:ext>
                </a:extLst>
              </p:cNvPr>
              <p:cNvSpPr/>
              <p:nvPr/>
            </p:nvSpPr>
            <p:spPr>
              <a:xfrm>
                <a:off x="6622272" y="3942595"/>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a:extLst>
                  <a:ext uri="{FF2B5EF4-FFF2-40B4-BE49-F238E27FC236}">
                    <a16:creationId xmlns:a16="http://schemas.microsoft.com/office/drawing/2014/main" id="{868DB781-0C7A-45E6-B280-A3F49BD325DE}"/>
                  </a:ext>
                </a:extLst>
              </p:cNvPr>
              <p:cNvSpPr/>
              <p:nvPr/>
            </p:nvSpPr>
            <p:spPr>
              <a:xfrm>
                <a:off x="6623189" y="3966601"/>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a:extLst>
                  <a:ext uri="{FF2B5EF4-FFF2-40B4-BE49-F238E27FC236}">
                    <a16:creationId xmlns:a16="http://schemas.microsoft.com/office/drawing/2014/main" id="{F8F2BFAB-AA63-4B49-BC84-E95867D89C40}"/>
                  </a:ext>
                </a:extLst>
              </p:cNvPr>
              <p:cNvSpPr/>
              <p:nvPr/>
            </p:nvSpPr>
            <p:spPr>
              <a:xfrm>
                <a:off x="6706070" y="3906453"/>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a:extLst>
                  <a:ext uri="{FF2B5EF4-FFF2-40B4-BE49-F238E27FC236}">
                    <a16:creationId xmlns:a16="http://schemas.microsoft.com/office/drawing/2014/main" id="{B3D5EF7B-2368-4B67-B1D7-B5D74D9F3F25}"/>
                  </a:ext>
                </a:extLst>
              </p:cNvPr>
              <p:cNvSpPr/>
              <p:nvPr/>
            </p:nvSpPr>
            <p:spPr>
              <a:xfrm>
                <a:off x="6695493" y="3975435"/>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a:extLst>
                  <a:ext uri="{FF2B5EF4-FFF2-40B4-BE49-F238E27FC236}">
                    <a16:creationId xmlns:a16="http://schemas.microsoft.com/office/drawing/2014/main" id="{835B117F-4A38-4A5A-A682-405DAB3CA749}"/>
                  </a:ext>
                </a:extLst>
              </p:cNvPr>
              <p:cNvSpPr/>
              <p:nvPr/>
            </p:nvSpPr>
            <p:spPr>
              <a:xfrm>
                <a:off x="6554080" y="3960894"/>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a:extLst>
                  <a:ext uri="{FF2B5EF4-FFF2-40B4-BE49-F238E27FC236}">
                    <a16:creationId xmlns:a16="http://schemas.microsoft.com/office/drawing/2014/main" id="{F37930C7-8C90-45AC-84C0-236147805AC9}"/>
                  </a:ext>
                </a:extLst>
              </p:cNvPr>
              <p:cNvSpPr/>
              <p:nvPr/>
            </p:nvSpPr>
            <p:spPr>
              <a:xfrm>
                <a:off x="6464380" y="4118729"/>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a:extLst>
                  <a:ext uri="{FF2B5EF4-FFF2-40B4-BE49-F238E27FC236}">
                    <a16:creationId xmlns:a16="http://schemas.microsoft.com/office/drawing/2014/main" id="{5E166D92-50AD-4AA1-8304-7A56F9D3FDE1}"/>
                  </a:ext>
                </a:extLst>
              </p:cNvPr>
              <p:cNvSpPr/>
              <p:nvPr/>
            </p:nvSpPr>
            <p:spPr>
              <a:xfrm>
                <a:off x="6381816" y="4233993"/>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a:extLst>
                  <a:ext uri="{FF2B5EF4-FFF2-40B4-BE49-F238E27FC236}">
                    <a16:creationId xmlns:a16="http://schemas.microsoft.com/office/drawing/2014/main" id="{91F9C4E9-737C-4E16-A9C3-0A2E2AE3EA41}"/>
                  </a:ext>
                </a:extLst>
              </p:cNvPr>
              <p:cNvSpPr/>
              <p:nvPr/>
            </p:nvSpPr>
            <p:spPr>
              <a:xfrm>
                <a:off x="6518091" y="4239847"/>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a:extLst>
                  <a:ext uri="{FF2B5EF4-FFF2-40B4-BE49-F238E27FC236}">
                    <a16:creationId xmlns:a16="http://schemas.microsoft.com/office/drawing/2014/main" id="{A8359F1C-ECD5-4EA8-B7C0-E153387B1379}"/>
                  </a:ext>
                </a:extLst>
              </p:cNvPr>
              <p:cNvSpPr/>
              <p:nvPr/>
            </p:nvSpPr>
            <p:spPr>
              <a:xfrm>
                <a:off x="6507204" y="4327388"/>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a:extLst>
                  <a:ext uri="{FF2B5EF4-FFF2-40B4-BE49-F238E27FC236}">
                    <a16:creationId xmlns:a16="http://schemas.microsoft.com/office/drawing/2014/main" id="{E867401F-1A69-4381-8EDD-B865276EECE9}"/>
                  </a:ext>
                </a:extLst>
              </p:cNvPr>
              <p:cNvSpPr/>
              <p:nvPr/>
            </p:nvSpPr>
            <p:spPr>
              <a:xfrm>
                <a:off x="6482091" y="4194598"/>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a:extLst>
                  <a:ext uri="{FF2B5EF4-FFF2-40B4-BE49-F238E27FC236}">
                    <a16:creationId xmlns:a16="http://schemas.microsoft.com/office/drawing/2014/main" id="{8E074421-79B6-46CD-A783-A961CAEDBD71}"/>
                  </a:ext>
                </a:extLst>
              </p:cNvPr>
              <p:cNvSpPr/>
              <p:nvPr/>
            </p:nvSpPr>
            <p:spPr>
              <a:xfrm>
                <a:off x="6572171" y="4280816"/>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a:extLst>
                  <a:ext uri="{FF2B5EF4-FFF2-40B4-BE49-F238E27FC236}">
                    <a16:creationId xmlns:a16="http://schemas.microsoft.com/office/drawing/2014/main" id="{17A2227B-9FB6-48A9-B4C8-CFEB9B00D4BE}"/>
                  </a:ext>
                </a:extLst>
              </p:cNvPr>
              <p:cNvSpPr/>
              <p:nvPr/>
            </p:nvSpPr>
            <p:spPr>
              <a:xfrm>
                <a:off x="6526586" y="4187687"/>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a:extLst>
                  <a:ext uri="{FF2B5EF4-FFF2-40B4-BE49-F238E27FC236}">
                    <a16:creationId xmlns:a16="http://schemas.microsoft.com/office/drawing/2014/main" id="{8D3CD36A-894A-4199-BE84-518E129BE048}"/>
                  </a:ext>
                </a:extLst>
              </p:cNvPr>
              <p:cNvSpPr/>
              <p:nvPr/>
            </p:nvSpPr>
            <p:spPr>
              <a:xfrm>
                <a:off x="6578701" y="4183663"/>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椭圆 118">
                <a:extLst>
                  <a:ext uri="{FF2B5EF4-FFF2-40B4-BE49-F238E27FC236}">
                    <a16:creationId xmlns:a16="http://schemas.microsoft.com/office/drawing/2014/main" id="{4DFCFADE-63A7-4262-BB57-F91AB511F624}"/>
                  </a:ext>
                </a:extLst>
              </p:cNvPr>
              <p:cNvSpPr/>
              <p:nvPr/>
            </p:nvSpPr>
            <p:spPr>
              <a:xfrm>
                <a:off x="6436417" y="4183663"/>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a:extLst>
                  <a:ext uri="{FF2B5EF4-FFF2-40B4-BE49-F238E27FC236}">
                    <a16:creationId xmlns:a16="http://schemas.microsoft.com/office/drawing/2014/main" id="{01E0E022-303F-46AF-B2B6-D3D171978F66}"/>
                  </a:ext>
                </a:extLst>
              </p:cNvPr>
              <p:cNvSpPr/>
              <p:nvPr/>
            </p:nvSpPr>
            <p:spPr>
              <a:xfrm>
                <a:off x="6449982" y="4239061"/>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a:extLst>
                  <a:ext uri="{FF2B5EF4-FFF2-40B4-BE49-F238E27FC236}">
                    <a16:creationId xmlns:a16="http://schemas.microsoft.com/office/drawing/2014/main" id="{5C2446BB-3C6F-436B-9CC1-77BD7055D302}"/>
                  </a:ext>
                </a:extLst>
              </p:cNvPr>
              <p:cNvSpPr/>
              <p:nvPr/>
            </p:nvSpPr>
            <p:spPr>
              <a:xfrm>
                <a:off x="6496089" y="4269993"/>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a:extLst>
                  <a:ext uri="{FF2B5EF4-FFF2-40B4-BE49-F238E27FC236}">
                    <a16:creationId xmlns:a16="http://schemas.microsoft.com/office/drawing/2014/main" id="{88669744-4BE7-4458-8C84-A8B6AA8D78D7}"/>
                  </a:ext>
                </a:extLst>
              </p:cNvPr>
              <p:cNvSpPr/>
              <p:nvPr/>
            </p:nvSpPr>
            <p:spPr>
              <a:xfrm>
                <a:off x="6583080" y="3991186"/>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a:extLst>
                  <a:ext uri="{FF2B5EF4-FFF2-40B4-BE49-F238E27FC236}">
                    <a16:creationId xmlns:a16="http://schemas.microsoft.com/office/drawing/2014/main" id="{CC9565A2-2F1D-474C-9945-E8282ED274D6}"/>
                  </a:ext>
                </a:extLst>
              </p:cNvPr>
              <p:cNvSpPr/>
              <p:nvPr/>
            </p:nvSpPr>
            <p:spPr>
              <a:xfrm>
                <a:off x="6701692" y="4016066"/>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65CA66B7-D4FD-430C-A294-0974C715D6E9}"/>
                  </a:ext>
                </a:extLst>
              </p:cNvPr>
              <p:cNvSpPr/>
              <p:nvPr/>
            </p:nvSpPr>
            <p:spPr>
              <a:xfrm>
                <a:off x="6655813" y="4002601"/>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a:extLst>
                  <a:ext uri="{FF2B5EF4-FFF2-40B4-BE49-F238E27FC236}">
                    <a16:creationId xmlns:a16="http://schemas.microsoft.com/office/drawing/2014/main" id="{D33CF7B8-B864-4DFB-B451-2BA205B4B40F}"/>
                  </a:ext>
                </a:extLst>
              </p:cNvPr>
              <p:cNvSpPr/>
              <p:nvPr/>
            </p:nvSpPr>
            <p:spPr>
              <a:xfrm>
                <a:off x="6424795" y="4285995"/>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a:extLst>
                  <a:ext uri="{FF2B5EF4-FFF2-40B4-BE49-F238E27FC236}">
                    <a16:creationId xmlns:a16="http://schemas.microsoft.com/office/drawing/2014/main" id="{11C1E87E-BB6E-4B6E-B18D-8249E0636018}"/>
                  </a:ext>
                </a:extLst>
              </p:cNvPr>
              <p:cNvSpPr/>
              <p:nvPr/>
            </p:nvSpPr>
            <p:spPr>
              <a:xfrm>
                <a:off x="6399589" y="4156552"/>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a:extLst>
                  <a:ext uri="{FF2B5EF4-FFF2-40B4-BE49-F238E27FC236}">
                    <a16:creationId xmlns:a16="http://schemas.microsoft.com/office/drawing/2014/main" id="{CFF9292D-31BF-4056-A975-721CB9D6A4B8}"/>
                  </a:ext>
                </a:extLst>
              </p:cNvPr>
              <p:cNvSpPr/>
              <p:nvPr/>
            </p:nvSpPr>
            <p:spPr>
              <a:xfrm>
                <a:off x="6413634" y="4221061"/>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a:extLst>
                  <a:ext uri="{FF2B5EF4-FFF2-40B4-BE49-F238E27FC236}">
                    <a16:creationId xmlns:a16="http://schemas.microsoft.com/office/drawing/2014/main" id="{8B41FC3C-971D-4E09-B028-92FD7E5C2499}"/>
                  </a:ext>
                </a:extLst>
              </p:cNvPr>
              <p:cNvSpPr/>
              <p:nvPr/>
            </p:nvSpPr>
            <p:spPr>
              <a:xfrm>
                <a:off x="6445627" y="4269993"/>
                <a:ext cx="36000" cy="3600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a:extLst>
                  <a:ext uri="{FF2B5EF4-FFF2-40B4-BE49-F238E27FC236}">
                    <a16:creationId xmlns:a16="http://schemas.microsoft.com/office/drawing/2014/main" id="{E25C5BC6-4350-45E3-8F12-9AB98C8BCB89}"/>
                  </a:ext>
                </a:extLst>
              </p:cNvPr>
              <p:cNvSpPr/>
              <p:nvPr/>
            </p:nvSpPr>
            <p:spPr>
              <a:xfrm>
                <a:off x="6583080" y="3900827"/>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a:extLst>
                  <a:ext uri="{FF2B5EF4-FFF2-40B4-BE49-F238E27FC236}">
                    <a16:creationId xmlns:a16="http://schemas.microsoft.com/office/drawing/2014/main" id="{4BB98F27-633E-47B9-84BD-338E96DA146B}"/>
                  </a:ext>
                </a:extLst>
              </p:cNvPr>
              <p:cNvSpPr/>
              <p:nvPr/>
            </p:nvSpPr>
            <p:spPr>
              <a:xfrm>
                <a:off x="6644381" y="3837093"/>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a:extLst>
                  <a:ext uri="{FF2B5EF4-FFF2-40B4-BE49-F238E27FC236}">
                    <a16:creationId xmlns:a16="http://schemas.microsoft.com/office/drawing/2014/main" id="{D09FB001-3088-4D6E-BA12-14215E99856D}"/>
                  </a:ext>
                </a:extLst>
              </p:cNvPr>
              <p:cNvSpPr/>
              <p:nvPr/>
            </p:nvSpPr>
            <p:spPr>
              <a:xfrm>
                <a:off x="6633937" y="3915987"/>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a:extLst>
                  <a:ext uri="{FF2B5EF4-FFF2-40B4-BE49-F238E27FC236}">
                    <a16:creationId xmlns:a16="http://schemas.microsoft.com/office/drawing/2014/main" id="{956E0B40-BAA7-468E-9895-4C7879B04342}"/>
                  </a:ext>
                </a:extLst>
              </p:cNvPr>
              <p:cNvSpPr/>
              <p:nvPr/>
            </p:nvSpPr>
            <p:spPr>
              <a:xfrm>
                <a:off x="6515230" y="3915987"/>
                <a:ext cx="36000" cy="36000"/>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a:extLst>
                  <a:ext uri="{FF2B5EF4-FFF2-40B4-BE49-F238E27FC236}">
                    <a16:creationId xmlns:a16="http://schemas.microsoft.com/office/drawing/2014/main" id="{F3CE5353-A2FC-4EC5-965D-3F488D13946B}"/>
                  </a:ext>
                </a:extLst>
              </p:cNvPr>
              <p:cNvSpPr/>
              <p:nvPr/>
            </p:nvSpPr>
            <p:spPr>
              <a:xfrm>
                <a:off x="6815384" y="4276431"/>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a:extLst>
                  <a:ext uri="{FF2B5EF4-FFF2-40B4-BE49-F238E27FC236}">
                    <a16:creationId xmlns:a16="http://schemas.microsoft.com/office/drawing/2014/main" id="{F551F83A-8C06-4BF3-9B6E-582548493ECF}"/>
                  </a:ext>
                </a:extLst>
              </p:cNvPr>
              <p:cNvSpPr/>
              <p:nvPr/>
            </p:nvSpPr>
            <p:spPr>
              <a:xfrm>
                <a:off x="6775526" y="4246636"/>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a:extLst>
                  <a:ext uri="{FF2B5EF4-FFF2-40B4-BE49-F238E27FC236}">
                    <a16:creationId xmlns:a16="http://schemas.microsoft.com/office/drawing/2014/main" id="{D94C9914-C346-4471-8CD0-6A333FE9C4D1}"/>
                  </a:ext>
                </a:extLst>
              </p:cNvPr>
              <p:cNvSpPr/>
              <p:nvPr/>
            </p:nvSpPr>
            <p:spPr>
              <a:xfrm>
                <a:off x="6808778" y="4164127"/>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a:extLst>
                  <a:ext uri="{FF2B5EF4-FFF2-40B4-BE49-F238E27FC236}">
                    <a16:creationId xmlns:a16="http://schemas.microsoft.com/office/drawing/2014/main" id="{3D1CFAAD-7B67-4239-BCED-A1CB7B927CDB}"/>
                  </a:ext>
                </a:extLst>
              </p:cNvPr>
              <p:cNvSpPr/>
              <p:nvPr/>
            </p:nvSpPr>
            <p:spPr>
              <a:xfrm>
                <a:off x="6787524" y="4324380"/>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a:extLst>
                  <a:ext uri="{FF2B5EF4-FFF2-40B4-BE49-F238E27FC236}">
                    <a16:creationId xmlns:a16="http://schemas.microsoft.com/office/drawing/2014/main" id="{E575EA2B-D532-4A71-B979-F678FB858CC3}"/>
                  </a:ext>
                </a:extLst>
              </p:cNvPr>
              <p:cNvSpPr/>
              <p:nvPr/>
            </p:nvSpPr>
            <p:spPr>
              <a:xfrm>
                <a:off x="6724502" y="4246185"/>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椭圆 137">
                <a:extLst>
                  <a:ext uri="{FF2B5EF4-FFF2-40B4-BE49-F238E27FC236}">
                    <a16:creationId xmlns:a16="http://schemas.microsoft.com/office/drawing/2014/main" id="{2D77ECFB-B3BD-4965-8DED-CFD88D2DA56A}"/>
                  </a:ext>
                </a:extLst>
              </p:cNvPr>
              <p:cNvSpPr/>
              <p:nvPr/>
            </p:nvSpPr>
            <p:spPr>
              <a:xfrm>
                <a:off x="6856475" y="4148352"/>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椭圆 138">
                <a:extLst>
                  <a:ext uri="{FF2B5EF4-FFF2-40B4-BE49-F238E27FC236}">
                    <a16:creationId xmlns:a16="http://schemas.microsoft.com/office/drawing/2014/main" id="{58EBAF50-1F00-4AA0-B19C-22FAFECC94AF}"/>
                  </a:ext>
                </a:extLst>
              </p:cNvPr>
              <p:cNvSpPr/>
              <p:nvPr/>
            </p:nvSpPr>
            <p:spPr>
              <a:xfrm>
                <a:off x="6838475" y="4195262"/>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a:extLst>
                  <a:ext uri="{FF2B5EF4-FFF2-40B4-BE49-F238E27FC236}">
                    <a16:creationId xmlns:a16="http://schemas.microsoft.com/office/drawing/2014/main" id="{3AD342AB-A2A5-4952-ABC7-D92886A3D1D3}"/>
                  </a:ext>
                </a:extLst>
              </p:cNvPr>
              <p:cNvSpPr/>
              <p:nvPr/>
            </p:nvSpPr>
            <p:spPr>
              <a:xfrm>
                <a:off x="6783647" y="4139723"/>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a:extLst>
                  <a:ext uri="{FF2B5EF4-FFF2-40B4-BE49-F238E27FC236}">
                    <a16:creationId xmlns:a16="http://schemas.microsoft.com/office/drawing/2014/main" id="{8A7F3889-1237-4C2B-9E3C-E124F061E59A}"/>
                  </a:ext>
                </a:extLst>
              </p:cNvPr>
              <p:cNvSpPr/>
              <p:nvPr/>
            </p:nvSpPr>
            <p:spPr>
              <a:xfrm>
                <a:off x="6885784" y="4202173"/>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a:extLst>
                  <a:ext uri="{FF2B5EF4-FFF2-40B4-BE49-F238E27FC236}">
                    <a16:creationId xmlns:a16="http://schemas.microsoft.com/office/drawing/2014/main" id="{04F743C9-3885-41D2-BE5B-850B64D7E7E6}"/>
                  </a:ext>
                </a:extLst>
              </p:cNvPr>
              <p:cNvSpPr/>
              <p:nvPr/>
            </p:nvSpPr>
            <p:spPr>
              <a:xfrm>
                <a:off x="6779081" y="4192482"/>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椭圆 142">
                <a:extLst>
                  <a:ext uri="{FF2B5EF4-FFF2-40B4-BE49-F238E27FC236}">
                    <a16:creationId xmlns:a16="http://schemas.microsoft.com/office/drawing/2014/main" id="{1A8616C8-A58D-475A-B0BF-A114A60C44F7}"/>
                  </a:ext>
                </a:extLst>
              </p:cNvPr>
              <p:cNvSpPr/>
              <p:nvPr/>
            </p:nvSpPr>
            <p:spPr>
              <a:xfrm>
                <a:off x="6868822" y="4255571"/>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3" name="椭圆 212">
                <a:extLst>
                  <a:ext uri="{FF2B5EF4-FFF2-40B4-BE49-F238E27FC236}">
                    <a16:creationId xmlns:a16="http://schemas.microsoft.com/office/drawing/2014/main" id="{488FFBA8-ED0C-4A53-8E55-B52224981253}"/>
                  </a:ext>
                </a:extLst>
              </p:cNvPr>
              <p:cNvSpPr/>
              <p:nvPr/>
            </p:nvSpPr>
            <p:spPr>
              <a:xfrm>
                <a:off x="6858818" y="4309866"/>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椭圆 213">
                <a:extLst>
                  <a:ext uri="{FF2B5EF4-FFF2-40B4-BE49-F238E27FC236}">
                    <a16:creationId xmlns:a16="http://schemas.microsoft.com/office/drawing/2014/main" id="{C874F3FD-1AB2-4213-9A59-65454170C331}"/>
                  </a:ext>
                </a:extLst>
              </p:cNvPr>
              <p:cNvSpPr/>
              <p:nvPr/>
            </p:nvSpPr>
            <p:spPr>
              <a:xfrm>
                <a:off x="6854127" y="4235846"/>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5" name="椭圆 214">
                <a:extLst>
                  <a:ext uri="{FF2B5EF4-FFF2-40B4-BE49-F238E27FC236}">
                    <a16:creationId xmlns:a16="http://schemas.microsoft.com/office/drawing/2014/main" id="{30E61158-40CF-4E6E-BA37-1CDCE87DF866}"/>
                  </a:ext>
                </a:extLst>
              </p:cNvPr>
              <p:cNvSpPr/>
              <p:nvPr/>
            </p:nvSpPr>
            <p:spPr>
              <a:xfrm>
                <a:off x="6791995" y="4298220"/>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6" name="椭圆 215">
                <a:extLst>
                  <a:ext uri="{FF2B5EF4-FFF2-40B4-BE49-F238E27FC236}">
                    <a16:creationId xmlns:a16="http://schemas.microsoft.com/office/drawing/2014/main" id="{E6818E80-DB63-4946-9078-A49909362D5A}"/>
                  </a:ext>
                </a:extLst>
              </p:cNvPr>
              <p:cNvSpPr/>
              <p:nvPr/>
            </p:nvSpPr>
            <p:spPr>
              <a:xfrm>
                <a:off x="6823524" y="4236856"/>
                <a:ext cx="36000" cy="36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9" name="组合 78">
              <a:extLst>
                <a:ext uri="{FF2B5EF4-FFF2-40B4-BE49-F238E27FC236}">
                  <a16:creationId xmlns:a16="http://schemas.microsoft.com/office/drawing/2014/main" id="{6CD77BF5-8704-47BD-8310-47EBB9677C66}"/>
                </a:ext>
              </a:extLst>
            </p:cNvPr>
            <p:cNvGrpSpPr/>
            <p:nvPr/>
          </p:nvGrpSpPr>
          <p:grpSpPr>
            <a:xfrm>
              <a:off x="4918291" y="1784162"/>
              <a:ext cx="604800" cy="864001"/>
              <a:chOff x="4388221" y="3762176"/>
              <a:chExt cx="504000" cy="720000"/>
            </a:xfrm>
          </p:grpSpPr>
          <p:sp>
            <p:nvSpPr>
              <p:cNvPr id="97" name="梯形 96">
                <a:extLst>
                  <a:ext uri="{FF2B5EF4-FFF2-40B4-BE49-F238E27FC236}">
                    <a16:creationId xmlns:a16="http://schemas.microsoft.com/office/drawing/2014/main" id="{9CAEDFB4-E998-4063-903A-8A2A3268AC73}"/>
                  </a:ext>
                </a:extLst>
              </p:cNvPr>
              <p:cNvSpPr/>
              <p:nvPr/>
            </p:nvSpPr>
            <p:spPr>
              <a:xfrm rot="5400000">
                <a:off x="4280221" y="3870176"/>
                <a:ext cx="720000" cy="504000"/>
              </a:xfrm>
              <a:prstGeom prst="trapezoid">
                <a:avLst>
                  <a:gd name="adj" fmla="val 2991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8" name="对象 97">
                <a:extLst>
                  <a:ext uri="{FF2B5EF4-FFF2-40B4-BE49-F238E27FC236}">
                    <a16:creationId xmlns:a16="http://schemas.microsoft.com/office/drawing/2014/main" id="{EC6B6875-3E77-4B99-85E2-5D4322A92784}"/>
                  </a:ext>
                </a:extLst>
              </p:cNvPr>
              <p:cNvGraphicFramePr>
                <a:graphicFrameLocks noChangeAspect="1"/>
              </p:cNvGraphicFramePr>
              <p:nvPr>
                <p:extLst>
                  <p:ext uri="{D42A27DB-BD31-4B8C-83A1-F6EECF244321}">
                    <p14:modId xmlns:p14="http://schemas.microsoft.com/office/powerpoint/2010/main" val="2275370562"/>
                  </p:ext>
                </p:extLst>
              </p:nvPr>
            </p:nvGraphicFramePr>
            <p:xfrm>
              <a:off x="4456071" y="3995176"/>
              <a:ext cx="368300" cy="254000"/>
            </p:xfrm>
            <a:graphic>
              <a:graphicData uri="http://schemas.openxmlformats.org/presentationml/2006/ole">
                <mc:AlternateContent xmlns:mc="http://schemas.openxmlformats.org/markup-compatibility/2006">
                  <mc:Choice xmlns:v="urn:schemas-microsoft-com:vml" Requires="v">
                    <p:oleObj name="Equation" r:id="rId15" imgW="368280" imgH="253800" progId="Equation.DSMT4">
                      <p:embed/>
                    </p:oleObj>
                  </mc:Choice>
                  <mc:Fallback>
                    <p:oleObj name="Equation" r:id="rId15" imgW="368280" imgH="253800" progId="Equation.DSMT4">
                      <p:embed/>
                      <p:pic>
                        <p:nvPicPr>
                          <p:cNvPr id="244" name="对象 243">
                            <a:extLst>
                              <a:ext uri="{FF2B5EF4-FFF2-40B4-BE49-F238E27FC236}">
                                <a16:creationId xmlns:a16="http://schemas.microsoft.com/office/drawing/2014/main" id="{055AD8F9-B575-45DC-A9AA-F3DB546558B3}"/>
                              </a:ext>
                            </a:extLst>
                          </p:cNvPr>
                          <p:cNvPicPr/>
                          <p:nvPr/>
                        </p:nvPicPr>
                        <p:blipFill>
                          <a:blip r:embed="rId16"/>
                          <a:stretch>
                            <a:fillRect/>
                          </a:stretch>
                        </p:blipFill>
                        <p:spPr>
                          <a:xfrm>
                            <a:off x="4456071" y="3995176"/>
                            <a:ext cx="368300" cy="254000"/>
                          </a:xfrm>
                          <a:prstGeom prst="rect">
                            <a:avLst/>
                          </a:prstGeom>
                        </p:spPr>
                      </p:pic>
                    </p:oleObj>
                  </mc:Fallback>
                </mc:AlternateContent>
              </a:graphicData>
            </a:graphic>
          </p:graphicFrame>
        </p:grpSp>
        <p:sp>
          <p:nvSpPr>
            <p:cNvPr id="80" name="文本框 79">
              <a:extLst>
                <a:ext uri="{FF2B5EF4-FFF2-40B4-BE49-F238E27FC236}">
                  <a16:creationId xmlns:a16="http://schemas.microsoft.com/office/drawing/2014/main" id="{72E59797-2B89-41F5-901A-1C7B34FCB815}"/>
                </a:ext>
              </a:extLst>
            </p:cNvPr>
            <p:cNvSpPr txBox="1"/>
            <p:nvPr/>
          </p:nvSpPr>
          <p:spPr>
            <a:xfrm>
              <a:off x="6745005" y="1855278"/>
              <a:ext cx="652487" cy="307777"/>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rPr>
                <a:t>聚类</a:t>
              </a:r>
            </a:p>
          </p:txBody>
        </p:sp>
        <p:cxnSp>
          <p:nvCxnSpPr>
            <p:cNvPr id="81" name="直接箭头连接符 80">
              <a:extLst>
                <a:ext uri="{FF2B5EF4-FFF2-40B4-BE49-F238E27FC236}">
                  <a16:creationId xmlns:a16="http://schemas.microsoft.com/office/drawing/2014/main" id="{964DFE18-58D7-499B-889E-1B9C0E20F4EA}"/>
                </a:ext>
              </a:extLst>
            </p:cNvPr>
            <p:cNvCxnSpPr>
              <a:cxnSpLocks/>
            </p:cNvCxnSpPr>
            <p:nvPr/>
          </p:nvCxnSpPr>
          <p:spPr>
            <a:xfrm>
              <a:off x="4509766" y="2216162"/>
              <a:ext cx="388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a:extLst>
                <a:ext uri="{FF2B5EF4-FFF2-40B4-BE49-F238E27FC236}">
                  <a16:creationId xmlns:a16="http://schemas.microsoft.com/office/drawing/2014/main" id="{4162EA31-F116-4DF2-8484-079DDDF4EB85}"/>
                </a:ext>
              </a:extLst>
            </p:cNvPr>
            <p:cNvCxnSpPr>
              <a:cxnSpLocks/>
            </p:cNvCxnSpPr>
            <p:nvPr/>
          </p:nvCxnSpPr>
          <p:spPr>
            <a:xfrm>
              <a:off x="5549443" y="2216162"/>
              <a:ext cx="3888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a:extLst>
                <a:ext uri="{FF2B5EF4-FFF2-40B4-BE49-F238E27FC236}">
                  <a16:creationId xmlns:a16="http://schemas.microsoft.com/office/drawing/2014/main" id="{90EFE846-C1A6-41EE-92DB-9CA7FB12D330}"/>
                </a:ext>
              </a:extLst>
            </p:cNvPr>
            <p:cNvCxnSpPr>
              <a:cxnSpLocks/>
            </p:cNvCxnSpPr>
            <p:nvPr/>
          </p:nvCxnSpPr>
          <p:spPr>
            <a:xfrm>
              <a:off x="6812047" y="2216162"/>
              <a:ext cx="518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C418746C-C59A-42D6-91EB-71BD9F460D50}"/>
                </a:ext>
              </a:extLst>
            </p:cNvPr>
            <p:cNvCxnSpPr>
              <a:cxnSpLocks/>
            </p:cNvCxnSpPr>
            <p:nvPr/>
          </p:nvCxnSpPr>
          <p:spPr>
            <a:xfrm>
              <a:off x="8217791" y="2216162"/>
              <a:ext cx="518400"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5" name="连接符: 肘形 84">
              <a:extLst>
                <a:ext uri="{FF2B5EF4-FFF2-40B4-BE49-F238E27FC236}">
                  <a16:creationId xmlns:a16="http://schemas.microsoft.com/office/drawing/2014/main" id="{94F997CA-D11F-472E-88E1-4B3033E86F42}"/>
                </a:ext>
              </a:extLst>
            </p:cNvPr>
            <p:cNvCxnSpPr>
              <a:cxnSpLocks/>
              <a:stCxn id="217" idx="0"/>
            </p:cNvCxnSpPr>
            <p:nvPr/>
          </p:nvCxnSpPr>
          <p:spPr>
            <a:xfrm rot="16200000" flipH="1">
              <a:off x="7204538" y="981733"/>
              <a:ext cx="393988" cy="2085245"/>
            </a:xfrm>
            <a:prstGeom prst="bentConnector3">
              <a:avLst>
                <a:gd name="adj1" fmla="val -69627"/>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5" name="文本框 94">
              <a:extLst>
                <a:ext uri="{FF2B5EF4-FFF2-40B4-BE49-F238E27FC236}">
                  <a16:creationId xmlns:a16="http://schemas.microsoft.com/office/drawing/2014/main" id="{56D7417E-392B-4525-8A4F-D4440DEA7128}"/>
                </a:ext>
              </a:extLst>
            </p:cNvPr>
            <p:cNvSpPr txBox="1"/>
            <p:nvPr/>
          </p:nvSpPr>
          <p:spPr>
            <a:xfrm>
              <a:off x="4072858" y="1623119"/>
              <a:ext cx="400110" cy="1188019"/>
            </a:xfrm>
            <a:prstGeom prst="rect">
              <a:avLst/>
            </a:prstGeom>
            <a:noFill/>
          </p:spPr>
          <p:txBody>
            <a:bodyPr vert="eaVert" wrap="square" rtlCol="0">
              <a:spAutoFit/>
            </a:bodyPr>
            <a:lstStyle/>
            <a:p>
              <a:pPr algn="ctr"/>
              <a:r>
                <a:rPr lang="zh-CN" altLang="en-US" sz="1400" dirty="0">
                  <a:latin typeface="宋体" panose="02010600030101010101" pitchFamily="2" charset="-122"/>
                  <a:ea typeface="宋体" panose="02010600030101010101" pitchFamily="2" charset="-122"/>
                </a:rPr>
                <a:t>目标域图片</a:t>
              </a:r>
            </a:p>
          </p:txBody>
        </p:sp>
        <p:sp>
          <p:nvSpPr>
            <p:cNvPr id="96" name="矩形 95">
              <a:extLst>
                <a:ext uri="{FF2B5EF4-FFF2-40B4-BE49-F238E27FC236}">
                  <a16:creationId xmlns:a16="http://schemas.microsoft.com/office/drawing/2014/main" id="{AACC6DAD-68E1-4489-A9EC-D461ED12B10B}"/>
                </a:ext>
              </a:extLst>
            </p:cNvPr>
            <p:cNvSpPr/>
            <p:nvPr/>
          </p:nvSpPr>
          <p:spPr>
            <a:xfrm>
              <a:off x="4078230" y="1632963"/>
              <a:ext cx="388800" cy="11664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7" name="组合 86">
              <a:extLst>
                <a:ext uri="{FF2B5EF4-FFF2-40B4-BE49-F238E27FC236}">
                  <a16:creationId xmlns:a16="http://schemas.microsoft.com/office/drawing/2014/main" id="{2DA43A52-E451-4401-8A26-E69F75515047}"/>
                </a:ext>
              </a:extLst>
            </p:cNvPr>
            <p:cNvGrpSpPr/>
            <p:nvPr/>
          </p:nvGrpSpPr>
          <p:grpSpPr>
            <a:xfrm>
              <a:off x="8786095" y="1805762"/>
              <a:ext cx="777600" cy="820801"/>
              <a:chOff x="7445946" y="3802569"/>
              <a:chExt cx="648000" cy="684000"/>
            </a:xfrm>
          </p:grpSpPr>
          <p:sp>
            <p:nvSpPr>
              <p:cNvPr id="90" name="矩形 89">
                <a:extLst>
                  <a:ext uri="{FF2B5EF4-FFF2-40B4-BE49-F238E27FC236}">
                    <a16:creationId xmlns:a16="http://schemas.microsoft.com/office/drawing/2014/main" id="{F2887F61-A8CD-425C-9864-EA90DE5EB925}"/>
                  </a:ext>
                </a:extLst>
              </p:cNvPr>
              <p:cNvSpPr/>
              <p:nvPr/>
            </p:nvSpPr>
            <p:spPr>
              <a:xfrm>
                <a:off x="7499360" y="3969974"/>
                <a:ext cx="540000" cy="720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矩形 90">
                <a:extLst>
                  <a:ext uri="{FF2B5EF4-FFF2-40B4-BE49-F238E27FC236}">
                    <a16:creationId xmlns:a16="http://schemas.microsoft.com/office/drawing/2014/main" id="{3F5160D7-3A0F-4A22-BBAB-A937FB3BE3A0}"/>
                  </a:ext>
                </a:extLst>
              </p:cNvPr>
              <p:cNvSpPr/>
              <p:nvPr/>
            </p:nvSpPr>
            <p:spPr>
              <a:xfrm>
                <a:off x="7499946" y="3855989"/>
                <a:ext cx="540000" cy="72000"/>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F1EFB7E1-AE81-4C3A-A60D-E99A9F3B9F86}"/>
                  </a:ext>
                </a:extLst>
              </p:cNvPr>
              <p:cNvSpPr txBox="1"/>
              <p:nvPr/>
            </p:nvSpPr>
            <p:spPr>
              <a:xfrm rot="5400000">
                <a:off x="7607920" y="4077857"/>
                <a:ext cx="364202" cy="307777"/>
              </a:xfrm>
              <a:prstGeom prst="rect">
                <a:avLst/>
              </a:prstGeom>
              <a:noFill/>
            </p:spPr>
            <p:txBody>
              <a:bodyPr wrap="none" rtlCol="0">
                <a:spAutoFit/>
              </a:bodyPr>
              <a:lstStyle/>
              <a:p>
                <a:r>
                  <a:rPr lang="en-US" altLang="zh-CN" sz="1400" b="1"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b="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3" name="矩形 92">
                <a:extLst>
                  <a:ext uri="{FF2B5EF4-FFF2-40B4-BE49-F238E27FC236}">
                    <a16:creationId xmlns:a16="http://schemas.microsoft.com/office/drawing/2014/main" id="{D81D7793-D824-4026-B221-7859C4CD6674}"/>
                  </a:ext>
                </a:extLst>
              </p:cNvPr>
              <p:cNvSpPr/>
              <p:nvPr/>
            </p:nvSpPr>
            <p:spPr>
              <a:xfrm>
                <a:off x="7499946" y="4361150"/>
                <a:ext cx="540000" cy="72000"/>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4" name="矩形 93">
                <a:extLst>
                  <a:ext uri="{FF2B5EF4-FFF2-40B4-BE49-F238E27FC236}">
                    <a16:creationId xmlns:a16="http://schemas.microsoft.com/office/drawing/2014/main" id="{C3DECA7E-FC44-42C3-BCAF-9F8533F38646}"/>
                  </a:ext>
                </a:extLst>
              </p:cNvPr>
              <p:cNvSpPr/>
              <p:nvPr/>
            </p:nvSpPr>
            <p:spPr>
              <a:xfrm>
                <a:off x="7445946" y="3802569"/>
                <a:ext cx="648000" cy="68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8" name="文本框 87">
              <a:extLst>
                <a:ext uri="{FF2B5EF4-FFF2-40B4-BE49-F238E27FC236}">
                  <a16:creationId xmlns:a16="http://schemas.microsoft.com/office/drawing/2014/main" id="{25C7CD4E-8F80-4AB0-B541-DB7683DA0168}"/>
                </a:ext>
              </a:extLst>
            </p:cNvPr>
            <p:cNvSpPr txBox="1"/>
            <p:nvPr/>
          </p:nvSpPr>
          <p:spPr>
            <a:xfrm>
              <a:off x="6031425" y="2614525"/>
              <a:ext cx="652487" cy="307777"/>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rPr>
                <a:t>特征</a:t>
              </a:r>
            </a:p>
          </p:txBody>
        </p:sp>
        <p:sp>
          <p:nvSpPr>
            <p:cNvPr id="89" name="文本框 88">
              <a:extLst>
                <a:ext uri="{FF2B5EF4-FFF2-40B4-BE49-F238E27FC236}">
                  <a16:creationId xmlns:a16="http://schemas.microsoft.com/office/drawing/2014/main" id="{44DBC641-03B1-4201-BDFB-EEE66A54A1B4}"/>
                </a:ext>
              </a:extLst>
            </p:cNvPr>
            <p:cNvSpPr txBox="1"/>
            <p:nvPr/>
          </p:nvSpPr>
          <p:spPr>
            <a:xfrm>
              <a:off x="8634545" y="2614525"/>
              <a:ext cx="1080000" cy="307777"/>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rPr>
                <a:t>类别特征</a:t>
              </a:r>
            </a:p>
          </p:txBody>
        </p:sp>
        <p:sp>
          <p:nvSpPr>
            <p:cNvPr id="148" name="文本框 147">
              <a:extLst>
                <a:ext uri="{FF2B5EF4-FFF2-40B4-BE49-F238E27FC236}">
                  <a16:creationId xmlns:a16="http://schemas.microsoft.com/office/drawing/2014/main" id="{B3F7E167-755F-4D2E-8393-DB6F956CD777}"/>
                </a:ext>
              </a:extLst>
            </p:cNvPr>
            <p:cNvSpPr txBox="1"/>
            <p:nvPr/>
          </p:nvSpPr>
          <p:spPr>
            <a:xfrm>
              <a:off x="7246612" y="2620725"/>
              <a:ext cx="1080000" cy="307777"/>
            </a:xfrm>
            <a:prstGeom prst="rect">
              <a:avLst/>
            </a:prstGeom>
            <a:noFill/>
          </p:spPr>
          <p:txBody>
            <a:bodyPr wrap="square" rtlCol="0">
              <a:spAutoFit/>
            </a:bodyPr>
            <a:lstStyle/>
            <a:p>
              <a:pPr algn="ctr"/>
              <a:r>
                <a:rPr lang="zh-CN" altLang="en-US" sz="1400" dirty="0">
                  <a:latin typeface="宋体" panose="02010600030101010101" pitchFamily="2" charset="-122"/>
                  <a:ea typeface="宋体" panose="02010600030101010101" pitchFamily="2" charset="-122"/>
                </a:rPr>
                <a:t>伪标签</a:t>
              </a:r>
            </a:p>
          </p:txBody>
        </p:sp>
      </p:grpSp>
    </p:spTree>
    <p:extLst>
      <p:ext uri="{BB962C8B-B14F-4D97-AF65-F5344CB8AC3E}">
        <p14:creationId xmlns:p14="http://schemas.microsoft.com/office/powerpoint/2010/main" val="1395759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971776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对抗学习方法</a:t>
            </a:r>
          </a:p>
        </p:txBody>
      </p:sp>
      <p:graphicFrame>
        <p:nvGraphicFramePr>
          <p:cNvPr id="10" name="对象 9">
            <a:extLst>
              <a:ext uri="{FF2B5EF4-FFF2-40B4-BE49-F238E27FC236}">
                <a16:creationId xmlns:a16="http://schemas.microsoft.com/office/drawing/2014/main" id="{35379A0B-39E2-41D3-A962-65999F1F132A}"/>
              </a:ext>
            </a:extLst>
          </p:cNvPr>
          <p:cNvGraphicFramePr>
            <a:graphicFrameLocks noChangeAspect="1"/>
          </p:cNvGraphicFramePr>
          <p:nvPr>
            <p:extLst>
              <p:ext uri="{D42A27DB-BD31-4B8C-83A1-F6EECF244321}">
                <p14:modId xmlns:p14="http://schemas.microsoft.com/office/powerpoint/2010/main" val="3918555003"/>
              </p:ext>
            </p:extLst>
          </p:nvPr>
        </p:nvGraphicFramePr>
        <p:xfrm>
          <a:off x="2086990" y="2664236"/>
          <a:ext cx="4932362" cy="458787"/>
        </p:xfrm>
        <a:graphic>
          <a:graphicData uri="http://schemas.openxmlformats.org/presentationml/2006/ole">
            <mc:AlternateContent xmlns:mc="http://schemas.openxmlformats.org/markup-compatibility/2006">
              <mc:Choice xmlns:v="urn:schemas-microsoft-com:vml" Requires="v">
                <p:oleObj name="Equation" r:id="rId5" imgW="4940280" imgH="431640" progId="Equation.DSMT4">
                  <p:embed/>
                </p:oleObj>
              </mc:Choice>
              <mc:Fallback>
                <p:oleObj name="Equation" r:id="rId5" imgW="4940280" imgH="431640" progId="Equation.DSMT4">
                  <p:embed/>
                  <p:pic>
                    <p:nvPicPr>
                      <p:cNvPr id="0" name="Object 1"/>
                      <p:cNvPicPr>
                        <a:picLocks noChangeAspect="1" noChangeArrowheads="1"/>
                      </p:cNvPicPr>
                      <p:nvPr/>
                    </p:nvPicPr>
                    <p:blipFill>
                      <a:blip r:embed="rId6"/>
                      <a:srcRect/>
                      <a:stretch>
                        <a:fillRect/>
                      </a:stretch>
                    </p:blipFill>
                    <p:spPr bwMode="auto">
                      <a:xfrm>
                        <a:off x="2086990" y="2664236"/>
                        <a:ext cx="4932362" cy="45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7" name="文本框 146">
            <a:extLst>
              <a:ext uri="{FF2B5EF4-FFF2-40B4-BE49-F238E27FC236}">
                <a16:creationId xmlns:a16="http://schemas.microsoft.com/office/drawing/2014/main" id="{C52FC528-2544-498C-94B4-706384B9C5E6}"/>
              </a:ext>
            </a:extLst>
          </p:cNvPr>
          <p:cNvSpPr txBox="1"/>
          <p:nvPr/>
        </p:nvSpPr>
        <p:spPr>
          <a:xfrm>
            <a:off x="1130725" y="1517922"/>
            <a:ext cx="6498630" cy="449418"/>
          </a:xfrm>
          <a:prstGeom prst="rect">
            <a:avLst/>
          </a:prstGeom>
          <a:noFill/>
        </p:spPr>
        <p:txBody>
          <a:bodyPr wrap="square" rtlCol="0">
            <a:spAutoFit/>
          </a:bodyPr>
          <a:lstStyle/>
          <a:p>
            <a:pPr algn="just">
              <a:lnSpc>
                <a:spcPct val="130000"/>
              </a:lnSpc>
            </a:pP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源域特征          ，目标域特征          ，领域判别器</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14" name="对象 13">
            <a:extLst>
              <a:ext uri="{FF2B5EF4-FFF2-40B4-BE49-F238E27FC236}">
                <a16:creationId xmlns:a16="http://schemas.microsoft.com/office/drawing/2014/main" id="{A33CB148-4A21-4143-BE77-49E65FA4AB1D}"/>
              </a:ext>
            </a:extLst>
          </p:cNvPr>
          <p:cNvGraphicFramePr>
            <a:graphicFrameLocks noChangeAspect="1"/>
          </p:cNvGraphicFramePr>
          <p:nvPr>
            <p:extLst>
              <p:ext uri="{D42A27DB-BD31-4B8C-83A1-F6EECF244321}">
                <p14:modId xmlns:p14="http://schemas.microsoft.com/office/powerpoint/2010/main" val="3582460904"/>
              </p:ext>
            </p:extLst>
          </p:nvPr>
        </p:nvGraphicFramePr>
        <p:xfrm>
          <a:off x="2259612" y="1586421"/>
          <a:ext cx="619125" cy="342900"/>
        </p:xfrm>
        <a:graphic>
          <a:graphicData uri="http://schemas.openxmlformats.org/presentationml/2006/ole">
            <mc:AlternateContent xmlns:mc="http://schemas.openxmlformats.org/markup-compatibility/2006">
              <mc:Choice xmlns:v="urn:schemas-microsoft-com:vml" Requires="v">
                <p:oleObj name="Equation" r:id="rId7" imgW="647640" imgH="342720" progId="Equation.DSMT4">
                  <p:embed/>
                </p:oleObj>
              </mc:Choice>
              <mc:Fallback>
                <p:oleObj name="Equation" r:id="rId7" imgW="647640" imgH="342720" progId="Equation.DSMT4">
                  <p:embed/>
                  <p:pic>
                    <p:nvPicPr>
                      <p:cNvPr id="0" name="Object 3"/>
                      <p:cNvPicPr>
                        <a:picLocks noChangeAspect="1" noChangeArrowheads="1"/>
                      </p:cNvPicPr>
                      <p:nvPr/>
                    </p:nvPicPr>
                    <p:blipFill>
                      <a:blip r:embed="rId8"/>
                      <a:srcRect/>
                      <a:stretch>
                        <a:fillRect/>
                      </a:stretch>
                    </p:blipFill>
                    <p:spPr bwMode="auto">
                      <a:xfrm>
                        <a:off x="2259612" y="1586421"/>
                        <a:ext cx="61912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对象 16">
            <a:extLst>
              <a:ext uri="{FF2B5EF4-FFF2-40B4-BE49-F238E27FC236}">
                <a16:creationId xmlns:a16="http://schemas.microsoft.com/office/drawing/2014/main" id="{103F4FAB-36EC-4CB7-9BCE-3FD41DF0F2D0}"/>
              </a:ext>
            </a:extLst>
          </p:cNvPr>
          <p:cNvGraphicFramePr>
            <a:graphicFrameLocks noChangeAspect="1"/>
          </p:cNvGraphicFramePr>
          <p:nvPr>
            <p:extLst>
              <p:ext uri="{D42A27DB-BD31-4B8C-83A1-F6EECF244321}">
                <p14:modId xmlns:p14="http://schemas.microsoft.com/office/powerpoint/2010/main" val="1079330443"/>
              </p:ext>
            </p:extLst>
          </p:nvPr>
        </p:nvGraphicFramePr>
        <p:xfrm>
          <a:off x="4433669" y="1586421"/>
          <a:ext cx="614363" cy="342900"/>
        </p:xfrm>
        <a:graphic>
          <a:graphicData uri="http://schemas.openxmlformats.org/presentationml/2006/ole">
            <mc:AlternateContent xmlns:mc="http://schemas.openxmlformats.org/markup-compatibility/2006">
              <mc:Choice xmlns:v="urn:schemas-microsoft-com:vml" Requires="v">
                <p:oleObj name="Equation" r:id="rId9" imgW="622080" imgH="342720" progId="Equation.DSMT4">
                  <p:embed/>
                </p:oleObj>
              </mc:Choice>
              <mc:Fallback>
                <p:oleObj name="Equation" r:id="rId9" imgW="622080" imgH="342720" progId="Equation.DSMT4">
                  <p:embed/>
                  <p:pic>
                    <p:nvPicPr>
                      <p:cNvPr id="0" name="Object 5"/>
                      <p:cNvPicPr>
                        <a:picLocks noChangeAspect="1" noChangeArrowheads="1"/>
                      </p:cNvPicPr>
                      <p:nvPr/>
                    </p:nvPicPr>
                    <p:blipFill>
                      <a:blip r:embed="rId10"/>
                      <a:srcRect/>
                      <a:stretch>
                        <a:fillRect/>
                      </a:stretch>
                    </p:blipFill>
                    <p:spPr bwMode="auto">
                      <a:xfrm>
                        <a:off x="4433669" y="1586421"/>
                        <a:ext cx="614363"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对象 18">
            <a:extLst>
              <a:ext uri="{FF2B5EF4-FFF2-40B4-BE49-F238E27FC236}">
                <a16:creationId xmlns:a16="http://schemas.microsoft.com/office/drawing/2014/main" id="{85A2C36D-F75F-4492-B387-A32759B5AD2A}"/>
              </a:ext>
            </a:extLst>
          </p:cNvPr>
          <p:cNvGraphicFramePr>
            <a:graphicFrameLocks noChangeAspect="1"/>
          </p:cNvGraphicFramePr>
          <p:nvPr>
            <p:extLst>
              <p:ext uri="{D42A27DB-BD31-4B8C-83A1-F6EECF244321}">
                <p14:modId xmlns:p14="http://schemas.microsoft.com/office/powerpoint/2010/main" val="2722625741"/>
              </p:ext>
            </p:extLst>
          </p:nvPr>
        </p:nvGraphicFramePr>
        <p:xfrm>
          <a:off x="6602964" y="1610710"/>
          <a:ext cx="446087" cy="309563"/>
        </p:xfrm>
        <a:graphic>
          <a:graphicData uri="http://schemas.openxmlformats.org/presentationml/2006/ole">
            <mc:AlternateContent xmlns:mc="http://schemas.openxmlformats.org/markup-compatibility/2006">
              <mc:Choice xmlns:v="urn:schemas-microsoft-com:vml" Requires="v">
                <p:oleObj name="Equation" r:id="rId11" imgW="457200" imgH="304560" progId="Equation.DSMT4">
                  <p:embed/>
                </p:oleObj>
              </mc:Choice>
              <mc:Fallback>
                <p:oleObj name="Equation" r:id="rId11" imgW="457200" imgH="304560" progId="Equation.DSMT4">
                  <p:embed/>
                  <p:pic>
                    <p:nvPicPr>
                      <p:cNvPr id="0" name="Object 7"/>
                      <p:cNvPicPr>
                        <a:picLocks noChangeAspect="1" noChangeArrowheads="1"/>
                      </p:cNvPicPr>
                      <p:nvPr/>
                    </p:nvPicPr>
                    <p:blipFill>
                      <a:blip r:embed="rId12"/>
                      <a:srcRect/>
                      <a:stretch>
                        <a:fillRect/>
                      </a:stretch>
                    </p:blipFill>
                    <p:spPr bwMode="auto">
                      <a:xfrm>
                        <a:off x="6602964" y="1610710"/>
                        <a:ext cx="446087" cy="309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8" name="文本框 147">
            <a:extLst>
              <a:ext uri="{FF2B5EF4-FFF2-40B4-BE49-F238E27FC236}">
                <a16:creationId xmlns:a16="http://schemas.microsoft.com/office/drawing/2014/main" id="{25BA36B3-DDB9-4628-8A7F-3C58FB8B71C0}"/>
              </a:ext>
            </a:extLst>
          </p:cNvPr>
          <p:cNvSpPr txBox="1"/>
          <p:nvPr/>
        </p:nvSpPr>
        <p:spPr>
          <a:xfrm>
            <a:off x="1661667" y="2110643"/>
            <a:ext cx="6498630" cy="449418"/>
          </a:xfrm>
          <a:prstGeom prst="rect">
            <a:avLst/>
          </a:prstGeom>
          <a:noFill/>
        </p:spPr>
        <p:txBody>
          <a:bodyPr wrap="square" rtlCol="0">
            <a:spAutoFit/>
          </a:bodyPr>
          <a:lstStyle/>
          <a:p>
            <a:pPr marL="342900" indent="-342900" algn="just">
              <a:lnSpc>
                <a:spcPct val="130000"/>
              </a:lnSpc>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训练领域判别器，正确分辨出源域和目标域的特征：</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
        <p:nvSpPr>
          <p:cNvPr id="149" name="文本框 148">
            <a:extLst>
              <a:ext uri="{FF2B5EF4-FFF2-40B4-BE49-F238E27FC236}">
                <a16:creationId xmlns:a16="http://schemas.microsoft.com/office/drawing/2014/main" id="{61F9BC54-1279-4BB3-976D-BC1B82264AC0}"/>
              </a:ext>
            </a:extLst>
          </p:cNvPr>
          <p:cNvSpPr txBox="1"/>
          <p:nvPr/>
        </p:nvSpPr>
        <p:spPr>
          <a:xfrm>
            <a:off x="1661667" y="3273836"/>
            <a:ext cx="7356248" cy="449418"/>
          </a:xfrm>
          <a:prstGeom prst="rect">
            <a:avLst/>
          </a:prstGeom>
          <a:noFill/>
        </p:spPr>
        <p:txBody>
          <a:bodyPr wrap="square" rtlCol="0">
            <a:spAutoFit/>
          </a:bodyPr>
          <a:lstStyle/>
          <a:p>
            <a:pPr marL="342900" indent="-342900" algn="just">
              <a:lnSpc>
                <a:spcPct val="130000"/>
              </a:lnSpc>
              <a:buFont typeface="Arial" panose="020B0604020202020204" pitchFamily="34" charset="0"/>
              <a:buChar char="•"/>
            </a:pP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训练特征提取器，使得判别器将目标域特征视为源域特征：</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graphicFrame>
        <p:nvGraphicFramePr>
          <p:cNvPr id="21" name="对象 20">
            <a:extLst>
              <a:ext uri="{FF2B5EF4-FFF2-40B4-BE49-F238E27FC236}">
                <a16:creationId xmlns:a16="http://schemas.microsoft.com/office/drawing/2014/main" id="{AD2E8001-C998-4DAB-B3B1-0C98A6621100}"/>
              </a:ext>
            </a:extLst>
          </p:cNvPr>
          <p:cNvGraphicFramePr>
            <a:graphicFrameLocks noChangeAspect="1"/>
          </p:cNvGraphicFramePr>
          <p:nvPr>
            <p:extLst>
              <p:ext uri="{D42A27DB-BD31-4B8C-83A1-F6EECF244321}">
                <p14:modId xmlns:p14="http://schemas.microsoft.com/office/powerpoint/2010/main" val="3696343941"/>
              </p:ext>
            </p:extLst>
          </p:nvPr>
        </p:nvGraphicFramePr>
        <p:xfrm>
          <a:off x="2086990" y="3913237"/>
          <a:ext cx="2882900" cy="458788"/>
        </p:xfrm>
        <a:graphic>
          <a:graphicData uri="http://schemas.openxmlformats.org/presentationml/2006/ole">
            <mc:AlternateContent xmlns:mc="http://schemas.openxmlformats.org/markup-compatibility/2006">
              <mc:Choice xmlns:v="urn:schemas-microsoft-com:vml" Requires="v">
                <p:oleObj name="Equation" r:id="rId13" imgW="2882880" imgH="431640" progId="Equation.DSMT4">
                  <p:embed/>
                </p:oleObj>
              </mc:Choice>
              <mc:Fallback>
                <p:oleObj name="Equation" r:id="rId13" imgW="2882880" imgH="431640" progId="Equation.DSMT4">
                  <p:embed/>
                  <p:pic>
                    <p:nvPicPr>
                      <p:cNvPr id="0" name="Object 9"/>
                      <p:cNvPicPr>
                        <a:picLocks noChangeAspect="1" noChangeArrowheads="1"/>
                      </p:cNvPicPr>
                      <p:nvPr/>
                    </p:nvPicPr>
                    <p:blipFill>
                      <a:blip r:embed="rId14"/>
                      <a:srcRect/>
                      <a:stretch>
                        <a:fillRect/>
                      </a:stretch>
                    </p:blipFill>
                    <p:spPr bwMode="auto">
                      <a:xfrm>
                        <a:off x="2086990" y="3913237"/>
                        <a:ext cx="2882900"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a:extLst>
              <a:ext uri="{FF2B5EF4-FFF2-40B4-BE49-F238E27FC236}">
                <a16:creationId xmlns:a16="http://schemas.microsoft.com/office/drawing/2014/main" id="{81F798D7-3790-4154-810A-BCB2600C9AF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2" name="组合 1">
            <a:extLst>
              <a:ext uri="{FF2B5EF4-FFF2-40B4-BE49-F238E27FC236}">
                <a16:creationId xmlns:a16="http://schemas.microsoft.com/office/drawing/2014/main" id="{FF608554-46D6-4703-85CF-B551165ED965}"/>
              </a:ext>
            </a:extLst>
          </p:cNvPr>
          <p:cNvGrpSpPr/>
          <p:nvPr/>
        </p:nvGrpSpPr>
        <p:grpSpPr>
          <a:xfrm>
            <a:off x="1311134" y="4893078"/>
            <a:ext cx="4203980" cy="1098414"/>
            <a:chOff x="849495" y="4893078"/>
            <a:chExt cx="4203980" cy="1098414"/>
          </a:xfrm>
        </p:grpSpPr>
        <p:graphicFrame>
          <p:nvGraphicFramePr>
            <p:cNvPr id="4" name="对象 3">
              <a:extLst>
                <a:ext uri="{FF2B5EF4-FFF2-40B4-BE49-F238E27FC236}">
                  <a16:creationId xmlns:a16="http://schemas.microsoft.com/office/drawing/2014/main" id="{28F6A3AE-9DB8-46D6-97FE-CB03FE0332C4}"/>
                </a:ext>
              </a:extLst>
            </p:cNvPr>
            <p:cNvGraphicFramePr>
              <a:graphicFrameLocks noChangeAspect="1"/>
            </p:cNvGraphicFramePr>
            <p:nvPr>
              <p:extLst>
                <p:ext uri="{D42A27DB-BD31-4B8C-83A1-F6EECF244321}">
                  <p14:modId xmlns:p14="http://schemas.microsoft.com/office/powerpoint/2010/main" val="1049963897"/>
                </p:ext>
              </p:extLst>
            </p:nvPr>
          </p:nvGraphicFramePr>
          <p:xfrm>
            <a:off x="1065659" y="5536089"/>
            <a:ext cx="2293938" cy="419100"/>
          </p:xfrm>
          <a:graphic>
            <a:graphicData uri="http://schemas.openxmlformats.org/presentationml/2006/ole">
              <mc:AlternateContent xmlns:mc="http://schemas.openxmlformats.org/markup-compatibility/2006">
                <mc:Choice xmlns:v="urn:schemas-microsoft-com:vml" Requires="v">
                  <p:oleObj name="Equation" r:id="rId15" imgW="2298600" imgH="406080" progId="Equation.DSMT4">
                    <p:embed/>
                  </p:oleObj>
                </mc:Choice>
                <mc:Fallback>
                  <p:oleObj name="Equation" r:id="rId15" imgW="2298600" imgH="406080" progId="Equation.DSMT4">
                    <p:embed/>
                    <p:pic>
                      <p:nvPicPr>
                        <p:cNvPr id="0" name="Object 1"/>
                        <p:cNvPicPr>
                          <a:picLocks noChangeAspect="1" noChangeArrowheads="1"/>
                        </p:cNvPicPr>
                        <p:nvPr/>
                      </p:nvPicPr>
                      <p:blipFill>
                        <a:blip r:embed="rId16"/>
                        <a:srcRect/>
                        <a:stretch>
                          <a:fillRect/>
                        </a:stretch>
                      </p:blipFill>
                      <p:spPr bwMode="auto">
                        <a:xfrm>
                          <a:off x="1065659" y="5536089"/>
                          <a:ext cx="2293938" cy="419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文本框 17">
              <a:extLst>
                <a:ext uri="{FF2B5EF4-FFF2-40B4-BE49-F238E27FC236}">
                  <a16:creationId xmlns:a16="http://schemas.microsoft.com/office/drawing/2014/main" id="{C425853A-D331-4104-9F28-49A89225923A}"/>
                </a:ext>
              </a:extLst>
            </p:cNvPr>
            <p:cNvSpPr txBox="1"/>
            <p:nvPr/>
          </p:nvSpPr>
          <p:spPr>
            <a:xfrm>
              <a:off x="920516" y="4920646"/>
              <a:ext cx="4132959" cy="435697"/>
            </a:xfrm>
            <a:prstGeom prst="rect">
              <a:avLst/>
            </a:prstGeom>
            <a:noFill/>
          </p:spPr>
          <p:txBody>
            <a:bodyPr wrap="square" rtlCol="0">
              <a:spAutoFit/>
            </a:bodyPr>
            <a:lstStyle/>
            <a:p>
              <a:pPr algn="just">
                <a:lnSpc>
                  <a:spcPct val="130000"/>
                </a:lnSpc>
              </a:pPr>
              <a:r>
                <a:rPr lang="zh-CN" altLang="en-US" sz="2000" b="0" i="0" u="none" strike="noStrike" baseline="0" dirty="0">
                  <a:solidFill>
                    <a:srgbClr val="000000"/>
                  </a:solidFill>
                  <a:latin typeface="楷体" panose="02010609060101010101" pitchFamily="49" charset="-122"/>
                  <a:ea typeface="楷体" panose="02010609060101010101" pitchFamily="49" charset="-122"/>
                </a:rPr>
                <a:t>用于训练特征提取器的总的损失：</a:t>
              </a:r>
              <a:endParaRPr lang="en-US" altLang="zh-CN" sz="2000" dirty="0">
                <a:latin typeface="楷体" panose="02010609060101010101" pitchFamily="49" charset="-122"/>
                <a:ea typeface="楷体" panose="02010609060101010101" pitchFamily="49" charset="-122"/>
                <a:cs typeface="Times New Roman" panose="02020603050405020304" pitchFamily="18" charset="0"/>
              </a:endParaRPr>
            </a:p>
          </p:txBody>
        </p:sp>
        <p:sp>
          <p:nvSpPr>
            <p:cNvPr id="9" name="矩形 8">
              <a:extLst>
                <a:ext uri="{FF2B5EF4-FFF2-40B4-BE49-F238E27FC236}">
                  <a16:creationId xmlns:a16="http://schemas.microsoft.com/office/drawing/2014/main" id="{6BF5C944-A9FB-4E04-9A7C-DCD8F70C1728}"/>
                </a:ext>
              </a:extLst>
            </p:cNvPr>
            <p:cNvSpPr/>
            <p:nvPr/>
          </p:nvSpPr>
          <p:spPr>
            <a:xfrm>
              <a:off x="849495" y="4893078"/>
              <a:ext cx="4132958" cy="10984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372172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971776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实验结果</a:t>
            </a:r>
          </a:p>
        </p:txBody>
      </p:sp>
      <p:graphicFrame>
        <p:nvGraphicFramePr>
          <p:cNvPr id="2" name="表格 1">
            <a:extLst>
              <a:ext uri="{FF2B5EF4-FFF2-40B4-BE49-F238E27FC236}">
                <a16:creationId xmlns:a16="http://schemas.microsoft.com/office/drawing/2014/main" id="{9A3A13B4-3A06-4BB4-9B34-A819D5B01A63}"/>
              </a:ext>
            </a:extLst>
          </p:cNvPr>
          <p:cNvGraphicFramePr>
            <a:graphicFrameLocks noGrp="1"/>
          </p:cNvGraphicFramePr>
          <p:nvPr>
            <p:extLst>
              <p:ext uri="{D42A27DB-BD31-4B8C-83A1-F6EECF244321}">
                <p14:modId xmlns:p14="http://schemas.microsoft.com/office/powerpoint/2010/main" val="3166188882"/>
              </p:ext>
            </p:extLst>
          </p:nvPr>
        </p:nvGraphicFramePr>
        <p:xfrm>
          <a:off x="281331" y="1877672"/>
          <a:ext cx="5270930" cy="4682204"/>
        </p:xfrm>
        <a:graphic>
          <a:graphicData uri="http://schemas.openxmlformats.org/drawingml/2006/table">
            <a:tbl>
              <a:tblPr firstRow="1" firstCol="1" bandRow="1">
                <a:tableStyleId>{5C22544A-7EE6-4342-B048-85BDC9FD1C3A}</a:tableStyleId>
              </a:tblPr>
              <a:tblGrid>
                <a:gridCol w="1550510">
                  <a:extLst>
                    <a:ext uri="{9D8B030D-6E8A-4147-A177-3AD203B41FA5}">
                      <a16:colId xmlns:a16="http://schemas.microsoft.com/office/drawing/2014/main" val="835502669"/>
                    </a:ext>
                  </a:extLst>
                </a:gridCol>
                <a:gridCol w="930105">
                  <a:extLst>
                    <a:ext uri="{9D8B030D-6E8A-4147-A177-3AD203B41FA5}">
                      <a16:colId xmlns:a16="http://schemas.microsoft.com/office/drawing/2014/main" val="1797429463"/>
                    </a:ext>
                  </a:extLst>
                </a:gridCol>
                <a:gridCol w="930105">
                  <a:extLst>
                    <a:ext uri="{9D8B030D-6E8A-4147-A177-3AD203B41FA5}">
                      <a16:colId xmlns:a16="http://schemas.microsoft.com/office/drawing/2014/main" val="918385246"/>
                    </a:ext>
                  </a:extLst>
                </a:gridCol>
                <a:gridCol w="930105">
                  <a:extLst>
                    <a:ext uri="{9D8B030D-6E8A-4147-A177-3AD203B41FA5}">
                      <a16:colId xmlns:a16="http://schemas.microsoft.com/office/drawing/2014/main" val="4136739162"/>
                    </a:ext>
                  </a:extLst>
                </a:gridCol>
                <a:gridCol w="930105">
                  <a:extLst>
                    <a:ext uri="{9D8B030D-6E8A-4147-A177-3AD203B41FA5}">
                      <a16:colId xmlns:a16="http://schemas.microsoft.com/office/drawing/2014/main" val="2024869296"/>
                    </a:ext>
                  </a:extLst>
                </a:gridCol>
              </a:tblGrid>
              <a:tr h="360000">
                <a:tc rowSpan="2">
                  <a:txBody>
                    <a:bodyPr/>
                    <a:lstStyle/>
                    <a:p>
                      <a:pPr algn="ctr">
                        <a:lnSpc>
                          <a:spcPct val="10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方法</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Market-to-Duke</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hMerge="1">
                  <a:txBody>
                    <a:bodyPr/>
                    <a:lstStyle/>
                    <a:p>
                      <a:pPr algn="ctr">
                        <a:lnSpc>
                          <a:spcPct val="150000"/>
                        </a:lnSpc>
                      </a:pP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gridSpan="2">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Duke-to-Market</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hMerge="1">
                  <a:txBody>
                    <a:bodyPr/>
                    <a:lstStyle/>
                    <a:p>
                      <a:pPr algn="ctr">
                        <a:lnSpc>
                          <a:spcPct val="150000"/>
                        </a:lnSpc>
                      </a:pP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898815122"/>
                  </a:ext>
                </a:extLst>
              </a:tr>
              <a:tr h="360000">
                <a:tc vMerge="1">
                  <a:txBody>
                    <a:bodyPr/>
                    <a:lstStyle/>
                    <a:p>
                      <a:endParaRPr lang="zh-CN" altLang="en-US"/>
                    </a:p>
                  </a:txBody>
                  <a:tcPr/>
                </a:tc>
                <a:tc>
                  <a:txBody>
                    <a:bodyPr/>
                    <a:lstStyle/>
                    <a:p>
                      <a:pPr algn="ctr">
                        <a:lnSpc>
                          <a:spcPct val="100000"/>
                        </a:lnSpc>
                      </a:pPr>
                      <a:r>
                        <a:rPr lang="en-US" sz="1800" b="0" kern="100"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mAP</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Rank-1</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mAP</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Rank-1</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7180119"/>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PTGAN</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27.4</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38.6</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131452368"/>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SPGAN</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22.3</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41.1</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22.8</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51.5</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1127416624"/>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CR-GAN</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48.6</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68.9</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54.0</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77.7</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1048064298"/>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ECN++</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54.4</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74.0</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63.8</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84.1</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2278921127"/>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PAST</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54.3</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72.4</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54.6</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78.4</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2746960589"/>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SSG</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53.4</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73.0</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58.3</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80.0</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756418039"/>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AD-Cluster</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54.1</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72.6</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68.3</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86.7</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2187448050"/>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JVTC+</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66.5</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80.4</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67.2</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86.8</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962589710"/>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NRMT</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62.2</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77.8</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71.7</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87.8</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1855180007"/>
                  </a:ext>
                </a:extLst>
              </a:tr>
              <a:tr h="360000">
                <a:tc>
                  <a:txBody>
                    <a:bodyPr/>
                    <a:lstStyle/>
                    <a:p>
                      <a:pPr algn="ctr">
                        <a:lnSpc>
                          <a:spcPct val="100000"/>
                        </a:lnSpc>
                      </a:pPr>
                      <a:r>
                        <a:rPr lang="en-US" sz="1800" b="0" kern="100"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SpCL</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68.8</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82.9</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76.7</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90.3</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2585096493"/>
                  </a:ext>
                </a:extLst>
              </a:tr>
              <a:tr h="360000">
                <a:tc>
                  <a:txBody>
                    <a:bodyPr/>
                    <a:lstStyle/>
                    <a:p>
                      <a:pPr algn="ctr">
                        <a:lnSpc>
                          <a:spcPct val="15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本章方法</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50000"/>
                        </a:lnSpc>
                      </a:pPr>
                      <a:r>
                        <a:rPr lang="en-US" sz="18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72.3</a:t>
                      </a:r>
                      <a:endParaRPr lang="zh-CN" sz="24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50000"/>
                        </a:lnSpc>
                      </a:pPr>
                      <a:r>
                        <a:rPr lang="en-US" sz="18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84.6</a:t>
                      </a:r>
                      <a:endParaRPr lang="zh-CN" sz="24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50000"/>
                        </a:lnSpc>
                      </a:pPr>
                      <a:r>
                        <a:rPr lang="en-US" sz="18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82.8</a:t>
                      </a:r>
                      <a:endParaRPr lang="zh-CN" sz="24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50000"/>
                        </a:lnSpc>
                      </a:pPr>
                      <a:r>
                        <a:rPr lang="en-US" sz="18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92.9</a:t>
                      </a:r>
                      <a:endParaRPr lang="zh-CN" sz="24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6068242"/>
                  </a:ext>
                </a:extLst>
              </a:tr>
            </a:tbl>
          </a:graphicData>
        </a:graphic>
      </p:graphicFrame>
      <p:graphicFrame>
        <p:nvGraphicFramePr>
          <p:cNvPr id="3" name="表格 2">
            <a:extLst>
              <a:ext uri="{FF2B5EF4-FFF2-40B4-BE49-F238E27FC236}">
                <a16:creationId xmlns:a16="http://schemas.microsoft.com/office/drawing/2014/main" id="{7D1EEBAD-5339-438F-B168-32373522F36F}"/>
              </a:ext>
            </a:extLst>
          </p:cNvPr>
          <p:cNvGraphicFramePr>
            <a:graphicFrameLocks noGrp="1"/>
          </p:cNvGraphicFramePr>
          <p:nvPr>
            <p:extLst>
              <p:ext uri="{D42A27DB-BD31-4B8C-83A1-F6EECF244321}">
                <p14:modId xmlns:p14="http://schemas.microsoft.com/office/powerpoint/2010/main" val="1822484107"/>
              </p:ext>
            </p:extLst>
          </p:nvPr>
        </p:nvGraphicFramePr>
        <p:xfrm>
          <a:off x="6389155" y="2891206"/>
          <a:ext cx="5183999" cy="2880000"/>
        </p:xfrm>
        <a:graphic>
          <a:graphicData uri="http://schemas.openxmlformats.org/drawingml/2006/table">
            <a:tbl>
              <a:tblPr firstRow="1" firstCol="1" bandRow="1">
                <a:tableStyleId>{5C22544A-7EE6-4342-B048-85BDC9FD1C3A}</a:tableStyleId>
              </a:tblPr>
              <a:tblGrid>
                <a:gridCol w="1524959">
                  <a:extLst>
                    <a:ext uri="{9D8B030D-6E8A-4147-A177-3AD203B41FA5}">
                      <a16:colId xmlns:a16="http://schemas.microsoft.com/office/drawing/2014/main" val="355897405"/>
                    </a:ext>
                  </a:extLst>
                </a:gridCol>
                <a:gridCol w="914760">
                  <a:extLst>
                    <a:ext uri="{9D8B030D-6E8A-4147-A177-3AD203B41FA5}">
                      <a16:colId xmlns:a16="http://schemas.microsoft.com/office/drawing/2014/main" val="327314172"/>
                    </a:ext>
                  </a:extLst>
                </a:gridCol>
                <a:gridCol w="914760">
                  <a:extLst>
                    <a:ext uri="{9D8B030D-6E8A-4147-A177-3AD203B41FA5}">
                      <a16:colId xmlns:a16="http://schemas.microsoft.com/office/drawing/2014/main" val="2156436102"/>
                    </a:ext>
                  </a:extLst>
                </a:gridCol>
                <a:gridCol w="914760">
                  <a:extLst>
                    <a:ext uri="{9D8B030D-6E8A-4147-A177-3AD203B41FA5}">
                      <a16:colId xmlns:a16="http://schemas.microsoft.com/office/drawing/2014/main" val="3989751114"/>
                    </a:ext>
                  </a:extLst>
                </a:gridCol>
                <a:gridCol w="914760">
                  <a:extLst>
                    <a:ext uri="{9D8B030D-6E8A-4147-A177-3AD203B41FA5}">
                      <a16:colId xmlns:a16="http://schemas.microsoft.com/office/drawing/2014/main" val="3506500041"/>
                    </a:ext>
                  </a:extLst>
                </a:gridCol>
              </a:tblGrid>
              <a:tr h="360000">
                <a:tc rowSpan="2">
                  <a:txBody>
                    <a:bodyPr/>
                    <a:lstStyle/>
                    <a:p>
                      <a:pPr algn="ctr">
                        <a:lnSpc>
                          <a:spcPct val="10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方法</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
                  <a:txBody>
                    <a:bodyPr/>
                    <a:lstStyle/>
                    <a:p>
                      <a:pPr algn="ctr">
                        <a:lnSpc>
                          <a:spcPct val="100000"/>
                        </a:lnSpc>
                      </a:pPr>
                      <a:r>
                        <a:rPr lang="en-US" sz="1800" b="0" kern="100"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DukeMTMC-reID</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hMerge="1">
                  <a:txBody>
                    <a:bodyPr/>
                    <a:lstStyle/>
                    <a:p>
                      <a:pPr algn="ctr">
                        <a:lnSpc>
                          <a:spcPct val="150000"/>
                        </a:lnSpc>
                      </a:pPr>
                      <a:endParaRPr lang="zh-CN" sz="105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gridSpan="2">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Market-1501</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hMerge="1">
                  <a:txBody>
                    <a:bodyPr/>
                    <a:lstStyle/>
                    <a:p>
                      <a:pPr algn="ctr">
                        <a:lnSpc>
                          <a:spcPct val="150000"/>
                        </a:lnSpc>
                      </a:pPr>
                      <a:endParaRPr lang="zh-CN" sz="105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68003494"/>
                  </a:ext>
                </a:extLst>
              </a:tr>
              <a:tr h="360000">
                <a:tc vMerge="1">
                  <a:txBody>
                    <a:bodyPr/>
                    <a:lstStyle/>
                    <a:p>
                      <a:endParaRPr lang="zh-CN" altLang="en-US"/>
                    </a:p>
                  </a:txBody>
                  <a:tcPr/>
                </a:tc>
                <a:tc>
                  <a:txBody>
                    <a:bodyPr/>
                    <a:lstStyle/>
                    <a:p>
                      <a:pPr algn="ctr">
                        <a:lnSpc>
                          <a:spcPct val="100000"/>
                        </a:lnSpc>
                      </a:pPr>
                      <a:r>
                        <a:rPr lang="en-US" sz="1800" b="0" kern="100"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mAP</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Rank-1</a:t>
                      </a:r>
                      <a:endParaRPr lang="zh-CN" sz="24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mAP</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Rank-1</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4402976"/>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BUC</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27.5</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47.4</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38.3</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66.2</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701359489"/>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SSL</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28.6</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52.5</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37.8</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71.7</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2792753967"/>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MMCL</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40.2</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65.2</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45.5</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80.3</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2414399791"/>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HCT</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50.7</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69.6</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56.4</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80.0</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2962779613"/>
                  </a:ext>
                </a:extLst>
              </a:tr>
              <a:tr h="360000">
                <a:tc>
                  <a:txBody>
                    <a:bodyPr/>
                    <a:lstStyle/>
                    <a:p>
                      <a:pPr algn="ctr">
                        <a:lnSpc>
                          <a:spcPct val="100000"/>
                        </a:lnSpc>
                      </a:pPr>
                      <a:r>
                        <a:rPr lang="en-US" sz="1800" b="0" kern="100"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SpCL</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65.3</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81.2</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72.6</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87.7</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973770736"/>
                  </a:ext>
                </a:extLst>
              </a:tr>
              <a:tr h="360000">
                <a:tc>
                  <a:txBody>
                    <a:bodyPr/>
                    <a:lstStyle/>
                    <a:p>
                      <a:pPr algn="ctr">
                        <a:lnSpc>
                          <a:spcPct val="10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本章方法</a:t>
                      </a:r>
                      <a:endParaRPr lang="zh-CN" sz="24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69.2</a:t>
                      </a:r>
                      <a:endParaRPr lang="zh-CN" sz="24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82.5</a:t>
                      </a:r>
                      <a:endParaRPr lang="zh-CN" sz="24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78.9</a:t>
                      </a:r>
                      <a:endParaRPr lang="zh-CN" sz="24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91.1</a:t>
                      </a:r>
                      <a:endParaRPr lang="zh-CN" sz="2400" b="1"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71512166"/>
                  </a:ext>
                </a:extLst>
              </a:tr>
            </a:tbl>
          </a:graphicData>
        </a:graphic>
      </p:graphicFrame>
      <p:sp>
        <p:nvSpPr>
          <p:cNvPr id="28" name="文本框 27">
            <a:extLst>
              <a:ext uri="{FF2B5EF4-FFF2-40B4-BE49-F238E27FC236}">
                <a16:creationId xmlns:a16="http://schemas.microsoft.com/office/drawing/2014/main" id="{00460742-9942-410C-B127-B51668A78D0F}"/>
              </a:ext>
            </a:extLst>
          </p:cNvPr>
          <p:cNvSpPr txBox="1"/>
          <p:nvPr/>
        </p:nvSpPr>
        <p:spPr>
          <a:xfrm>
            <a:off x="154009" y="1174069"/>
            <a:ext cx="6871824" cy="520848"/>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无监督领域自适应任务上与其他方法的比较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29" name="文本框 28">
            <a:extLst>
              <a:ext uri="{FF2B5EF4-FFF2-40B4-BE49-F238E27FC236}">
                <a16:creationId xmlns:a16="http://schemas.microsoft.com/office/drawing/2014/main" id="{EBD171E1-98C3-438E-AE6F-FA0BB939A976}"/>
              </a:ext>
            </a:extLst>
          </p:cNvPr>
          <p:cNvSpPr txBox="1"/>
          <p:nvPr/>
        </p:nvSpPr>
        <p:spPr>
          <a:xfrm>
            <a:off x="6288591" y="2230845"/>
            <a:ext cx="5622078" cy="520848"/>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无监督任务上与其他方法的比较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2689898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971776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实验结果</a:t>
            </a:r>
          </a:p>
        </p:txBody>
      </p:sp>
      <p:graphicFrame>
        <p:nvGraphicFramePr>
          <p:cNvPr id="2" name="表格 1">
            <a:extLst>
              <a:ext uri="{FF2B5EF4-FFF2-40B4-BE49-F238E27FC236}">
                <a16:creationId xmlns:a16="http://schemas.microsoft.com/office/drawing/2014/main" id="{BC7D67DB-7635-4F01-8960-2E9F41B0C3E4}"/>
              </a:ext>
            </a:extLst>
          </p:cNvPr>
          <p:cNvGraphicFramePr>
            <a:graphicFrameLocks noGrp="1"/>
          </p:cNvGraphicFramePr>
          <p:nvPr>
            <p:extLst>
              <p:ext uri="{D42A27DB-BD31-4B8C-83A1-F6EECF244321}">
                <p14:modId xmlns:p14="http://schemas.microsoft.com/office/powerpoint/2010/main" val="1678921970"/>
              </p:ext>
            </p:extLst>
          </p:nvPr>
        </p:nvGraphicFramePr>
        <p:xfrm>
          <a:off x="683559" y="2014694"/>
          <a:ext cx="6227999" cy="3600000"/>
        </p:xfrm>
        <a:graphic>
          <a:graphicData uri="http://schemas.openxmlformats.org/drawingml/2006/table">
            <a:tbl>
              <a:tblPr firstRow="1" firstCol="1" bandRow="1">
                <a:tableStyleId>{5C22544A-7EE6-4342-B048-85BDC9FD1C3A}</a:tableStyleId>
              </a:tblPr>
              <a:tblGrid>
                <a:gridCol w="1318943">
                  <a:extLst>
                    <a:ext uri="{9D8B030D-6E8A-4147-A177-3AD203B41FA5}">
                      <a16:colId xmlns:a16="http://schemas.microsoft.com/office/drawing/2014/main" val="3010476716"/>
                    </a:ext>
                  </a:extLst>
                </a:gridCol>
                <a:gridCol w="1158436">
                  <a:extLst>
                    <a:ext uri="{9D8B030D-6E8A-4147-A177-3AD203B41FA5}">
                      <a16:colId xmlns:a16="http://schemas.microsoft.com/office/drawing/2014/main" val="3042933344"/>
                    </a:ext>
                  </a:extLst>
                </a:gridCol>
                <a:gridCol w="937655">
                  <a:extLst>
                    <a:ext uri="{9D8B030D-6E8A-4147-A177-3AD203B41FA5}">
                      <a16:colId xmlns:a16="http://schemas.microsoft.com/office/drawing/2014/main" val="1425114769"/>
                    </a:ext>
                  </a:extLst>
                </a:gridCol>
                <a:gridCol w="937655">
                  <a:extLst>
                    <a:ext uri="{9D8B030D-6E8A-4147-A177-3AD203B41FA5}">
                      <a16:colId xmlns:a16="http://schemas.microsoft.com/office/drawing/2014/main" val="3391684836"/>
                    </a:ext>
                  </a:extLst>
                </a:gridCol>
                <a:gridCol w="937655">
                  <a:extLst>
                    <a:ext uri="{9D8B030D-6E8A-4147-A177-3AD203B41FA5}">
                      <a16:colId xmlns:a16="http://schemas.microsoft.com/office/drawing/2014/main" val="1313530739"/>
                    </a:ext>
                  </a:extLst>
                </a:gridCol>
                <a:gridCol w="937655">
                  <a:extLst>
                    <a:ext uri="{9D8B030D-6E8A-4147-A177-3AD203B41FA5}">
                      <a16:colId xmlns:a16="http://schemas.microsoft.com/office/drawing/2014/main" val="1797535207"/>
                    </a:ext>
                  </a:extLst>
                </a:gridCol>
              </a:tblGrid>
              <a:tr h="360000">
                <a:tc>
                  <a:txBody>
                    <a:bodyPr/>
                    <a:lstStyle/>
                    <a:p>
                      <a:pPr algn="ctr">
                        <a:lnSpc>
                          <a:spcPct val="10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任务</a:t>
                      </a: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方法</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mAP</a:t>
                      </a:r>
                      <a:endParaRPr lang="zh-CN"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Rank-1</a:t>
                      </a:r>
                      <a:endParaRPr lang="zh-CN"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Rank-5</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Rank-10</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65918006"/>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gridSpan="4">
                  <a:txBody>
                    <a:bodyPr/>
                    <a:lstStyle/>
                    <a:p>
                      <a:pPr algn="ctr">
                        <a:lnSpc>
                          <a:spcPct val="100000"/>
                        </a:lnSpc>
                      </a:pPr>
                      <a:r>
                        <a:rPr lang="en-US" sz="1800" b="0" kern="100" dirty="0" err="1">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DukeMTMC-reID</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668536726"/>
                  </a:ext>
                </a:extLst>
              </a:tr>
              <a:tr h="360000">
                <a:tc rowSpan="2">
                  <a:txBody>
                    <a:bodyPr/>
                    <a:lstStyle/>
                    <a:p>
                      <a:pPr algn="ctr">
                        <a:lnSpc>
                          <a:spcPct val="100000"/>
                        </a:lnSpc>
                      </a:pPr>
                      <a:r>
                        <a:rPr lang="zh-CN" alt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有</a:t>
                      </a: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监督</a:t>
                      </a:r>
                    </a:p>
                  </a:txBody>
                  <a:tcPr marL="68580" marR="68580" marT="0" marB="0" anchor="ctr">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分类器</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70.7</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noFill/>
                      <a:prstDash val="solid"/>
                      <a:round/>
                      <a:headEnd type="none" w="med" len="med"/>
                      <a:tailEnd type="none" w="med" len="med"/>
                    </a:lnT>
                    <a:noFill/>
                  </a:tcPr>
                </a:tc>
                <a:tc>
                  <a:txBody>
                    <a:bodyPr/>
                    <a:lstStyle/>
                    <a:p>
                      <a:pPr algn="ctr">
                        <a:lnSpc>
                          <a:spcPct val="100000"/>
                        </a:lnSpc>
                      </a:pPr>
                      <a:r>
                        <a:rPr lang="en-US"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82.9</a:t>
                      </a:r>
                      <a:endParaRPr lang="zh-CN"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no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91.8</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no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94.5</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noFill/>
                      <a:prstDash val="solid"/>
                      <a:round/>
                      <a:headEnd type="none" w="med" len="med"/>
                      <a:tailEnd type="none" w="med" len="med"/>
                    </a:lnT>
                    <a:noFill/>
                  </a:tcPr>
                </a:tc>
                <a:extLst>
                  <a:ext uri="{0D108BD9-81ED-4DB2-BD59-A6C34878D82A}">
                    <a16:rowId xmlns:a16="http://schemas.microsoft.com/office/drawing/2014/main" val="2030380769"/>
                  </a:ext>
                </a:extLst>
              </a:tr>
              <a:tr h="360000">
                <a:tc vMerge="1">
                  <a:txBody>
                    <a:bodyPr/>
                    <a:lstStyle/>
                    <a:p>
                      <a:endParaRPr lang="zh-CN" altLang="en-US"/>
                    </a:p>
                  </a:txBody>
                  <a:tcPr/>
                </a:tc>
                <a:tc>
                  <a:txBody>
                    <a:bodyPr/>
                    <a:lstStyle/>
                    <a:p>
                      <a:pPr algn="ctr">
                        <a:lnSpc>
                          <a:spcPct val="10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类别特征</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77.2</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88.5</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94.2</a:t>
                      </a:r>
                      <a:endParaRPr lang="zh-CN"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95.9</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6709930"/>
                  </a:ext>
                </a:extLst>
              </a:tr>
              <a:tr h="360000">
                <a:tc rowSpan="2">
                  <a:txBody>
                    <a:bodyPr/>
                    <a:lstStyle/>
                    <a:p>
                      <a:pPr algn="ctr">
                        <a:lnSpc>
                          <a:spcPct val="10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无监督</a:t>
                      </a: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分类器</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46.3</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64.9</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78.6</a:t>
                      </a:r>
                      <a:endParaRPr lang="zh-CN"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84.1</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22946866"/>
                  </a:ext>
                </a:extLst>
              </a:tr>
              <a:tr h="360000">
                <a:tc vMerge="1">
                  <a:txBody>
                    <a:bodyPr/>
                    <a:lstStyle/>
                    <a:p>
                      <a:endParaRPr lang="zh-CN" altLang="en-US"/>
                    </a:p>
                  </a:txBody>
                  <a:tcPr/>
                </a:tc>
                <a:tc>
                  <a:txBody>
                    <a:bodyPr/>
                    <a:lstStyle/>
                    <a:p>
                      <a:pPr algn="ctr">
                        <a:lnSpc>
                          <a:spcPct val="10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类别特征</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69.2</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82.5</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90.4</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92.9</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7218227"/>
                  </a:ext>
                </a:extLst>
              </a:tr>
              <a:tr h="360000">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 </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gridSpan="4">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Market-to-Duke</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42361837"/>
                  </a:ext>
                </a:extLst>
              </a:tr>
              <a:tr h="360000">
                <a:tc rowSpan="3">
                  <a:txBody>
                    <a:bodyPr/>
                    <a:lstStyle/>
                    <a:p>
                      <a:pPr algn="ctr">
                        <a:lnSpc>
                          <a:spcPct val="10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无监督领域自适应</a:t>
                      </a:r>
                    </a:p>
                  </a:txBody>
                  <a:tcPr marL="68580" marR="68580" marT="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分类器</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lnSpc>
                          <a:spcPct val="100000"/>
                        </a:lnSpc>
                      </a:pPr>
                      <a:r>
                        <a:rPr lang="en-US"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56.6</a:t>
                      </a:r>
                      <a:endParaRPr lang="zh-CN"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73.6</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85.5</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89.0</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2815330141"/>
                  </a:ext>
                </a:extLst>
              </a:tr>
              <a:tr h="360000">
                <a:tc vMerge="1">
                  <a:txBody>
                    <a:bodyPr/>
                    <a:lstStyle/>
                    <a:p>
                      <a:endParaRPr lang="zh-CN" altLang="en-US"/>
                    </a:p>
                  </a:txBody>
                  <a:tcPr/>
                </a:tc>
                <a:tc>
                  <a:txBody>
                    <a:bodyPr/>
                    <a:lstStyle/>
                    <a:p>
                      <a:pPr algn="ctr">
                        <a:lnSpc>
                          <a:spcPct val="10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类别特征</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noFill/>
                  </a:tcPr>
                </a:tc>
                <a:tc>
                  <a:txBody>
                    <a:bodyPr/>
                    <a:lstStyle/>
                    <a:p>
                      <a:pPr algn="ctr">
                        <a:lnSpc>
                          <a:spcPct val="100000"/>
                        </a:lnSpc>
                      </a:pPr>
                      <a:r>
                        <a:rPr lang="en-US"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71.2</a:t>
                      </a:r>
                      <a:endParaRPr lang="zh-CN" sz="1800" b="0" kern="10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83.1</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91.2</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93.5</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noFill/>
                  </a:tcPr>
                </a:tc>
                <a:extLst>
                  <a:ext uri="{0D108BD9-81ED-4DB2-BD59-A6C34878D82A}">
                    <a16:rowId xmlns:a16="http://schemas.microsoft.com/office/drawing/2014/main" val="3821228916"/>
                  </a:ext>
                </a:extLst>
              </a:tr>
              <a:tr h="360000">
                <a:tc vMerge="1">
                  <a:txBody>
                    <a:bodyPr/>
                    <a:lstStyle/>
                    <a:p>
                      <a:endParaRPr lang="zh-CN" altLang="en-US"/>
                    </a:p>
                  </a:txBody>
                  <a:tcPr/>
                </a:tc>
                <a:tc>
                  <a:txBody>
                    <a:bodyPr/>
                    <a:lstStyle/>
                    <a:p>
                      <a:pPr algn="ctr">
                        <a:lnSpc>
                          <a:spcPct val="100000"/>
                        </a:lnSpc>
                      </a:pPr>
                      <a:r>
                        <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本章方法</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72.3</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84.6</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92.3</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en-US"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rPr>
                        <a:t>94.2</a:t>
                      </a:r>
                      <a:endParaRPr lang="zh-CN" sz="1800" b="0" kern="100" dirty="0">
                        <a:solidFill>
                          <a:schemeClr val="tx1"/>
                        </a:solidFill>
                        <a:effectLst/>
                        <a:latin typeface="Times New Roman" panose="02020603050405020304" pitchFamily="18" charset="0"/>
                        <a:ea typeface="楷体" panose="02010609060101010101" pitchFamily="49" charset="-122"/>
                        <a:cs typeface="Times New Roman" panose="0202060305040502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0302627"/>
                  </a:ext>
                </a:extLst>
              </a:tr>
            </a:tbl>
          </a:graphicData>
        </a:graphic>
      </p:graphicFrame>
      <p:sp>
        <p:nvSpPr>
          <p:cNvPr id="28" name="文本框 27">
            <a:extLst>
              <a:ext uri="{FF2B5EF4-FFF2-40B4-BE49-F238E27FC236}">
                <a16:creationId xmlns:a16="http://schemas.microsoft.com/office/drawing/2014/main" id="{4FC94B49-C9BE-4115-A847-D7D76D802F6A}"/>
              </a:ext>
            </a:extLst>
          </p:cNvPr>
          <p:cNvSpPr txBox="1"/>
          <p:nvPr/>
        </p:nvSpPr>
        <p:spPr>
          <a:xfrm>
            <a:off x="575778" y="1313819"/>
            <a:ext cx="6443560" cy="520848"/>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消融实验结果对比 </a:t>
            </a:r>
            <a:r>
              <a:rPr lang="en-US" altLang="zh-CN" sz="2400" dirty="0">
                <a:latin typeface="Times New Roman" panose="02020603050405020304" pitchFamily="18" charset="0"/>
                <a:ea typeface="楷体" panose="02010609060101010101" pitchFamily="49" charset="-122"/>
                <a:cs typeface="Times New Roman" panose="02020603050405020304" pitchFamily="18" charset="0"/>
              </a:rPr>
              <a:t>(%)</a:t>
            </a:r>
          </a:p>
        </p:txBody>
      </p:sp>
      <p:sp>
        <p:nvSpPr>
          <p:cNvPr id="29" name="文本框 28">
            <a:extLst>
              <a:ext uri="{FF2B5EF4-FFF2-40B4-BE49-F238E27FC236}">
                <a16:creationId xmlns:a16="http://schemas.microsoft.com/office/drawing/2014/main" id="{AB200996-AD96-4381-8270-54BADD2FB0F6}"/>
              </a:ext>
            </a:extLst>
          </p:cNvPr>
          <p:cNvSpPr txBox="1"/>
          <p:nvPr/>
        </p:nvSpPr>
        <p:spPr>
          <a:xfrm>
            <a:off x="7388077" y="2014694"/>
            <a:ext cx="4230406" cy="3250185"/>
          </a:xfrm>
          <a:prstGeom prst="rect">
            <a:avLst/>
          </a:prstGeom>
          <a:noFill/>
        </p:spPr>
        <p:txBody>
          <a:bodyPr wrap="square" rtlCol="0">
            <a:spAutoFit/>
          </a:bodyPr>
          <a:lstStyle/>
          <a:p>
            <a:pPr algn="just">
              <a:lnSpc>
                <a:spcPct val="13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在有监督、无监督和无监督领域自适应任务上，基于类别特征的结果均优于使用分类器的结果；</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无监督领域自适应方法性能高于无监督方法，加入有真实标签的源域数据，丰富训练样本；</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just">
              <a:lnSpc>
                <a:spcPct val="13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加入对抗学习后，目标域上的检索性能得到进一步的提高。</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295135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971776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实验结果</a:t>
            </a:r>
          </a:p>
        </p:txBody>
      </p:sp>
      <p:sp>
        <p:nvSpPr>
          <p:cNvPr id="669" name="文本框 668">
            <a:extLst>
              <a:ext uri="{FF2B5EF4-FFF2-40B4-BE49-F238E27FC236}">
                <a16:creationId xmlns:a16="http://schemas.microsoft.com/office/drawing/2014/main" id="{6FBF1508-A1CD-4B2B-BDF9-99833FEC0C4D}"/>
              </a:ext>
            </a:extLst>
          </p:cNvPr>
          <p:cNvSpPr txBox="1"/>
          <p:nvPr/>
        </p:nvSpPr>
        <p:spPr>
          <a:xfrm>
            <a:off x="7187539" y="2454111"/>
            <a:ext cx="4676511" cy="3236463"/>
          </a:xfrm>
          <a:prstGeom prst="rect">
            <a:avLst/>
          </a:prstGeom>
          <a:noFill/>
        </p:spPr>
        <p:txBody>
          <a:bodyPr wrap="square" rtlCol="0">
            <a:spAutoFit/>
          </a:bodyPr>
          <a:lstStyle/>
          <a:p>
            <a:pPr>
              <a:lnSpc>
                <a:spcPct val="130000"/>
              </a:lnSpc>
            </a:pPr>
            <a:r>
              <a:rPr lang="zh-CN" altLang="en-US" sz="2000" dirty="0">
                <a:latin typeface="楷体" panose="02010609060101010101" pitchFamily="49" charset="-122"/>
                <a:ea typeface="楷体" panose="02010609060101010101" pitchFamily="49" charset="-122"/>
                <a:cs typeface="Times New Roman" panose="02020603050405020304" pitchFamily="18" charset="0"/>
              </a:rPr>
              <a:t>使用</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t-SNE</a:t>
            </a:r>
            <a:r>
              <a:rPr lang="zh-CN" altLang="en-US" sz="2000" dirty="0">
                <a:latin typeface="楷体" panose="02010609060101010101" pitchFamily="49" charset="-122"/>
                <a:ea typeface="楷体" panose="02010609060101010101" pitchFamily="49" charset="-122"/>
              </a:rPr>
              <a:t>将高维特征映射到二维空间。</a:t>
            </a:r>
            <a:endParaRPr lang="en-US" altLang="zh-CN" sz="2000" dirty="0">
              <a:latin typeface="楷体" panose="02010609060101010101" pitchFamily="49" charset="-122"/>
              <a:ea typeface="楷体" panose="02010609060101010101" pitchFamily="49" charset="-122"/>
            </a:endParaRPr>
          </a:p>
          <a:p>
            <a:pPr>
              <a:lnSpc>
                <a:spcPct val="130000"/>
              </a:lnSpc>
            </a:pPr>
            <a:endParaRPr lang="en-US" altLang="zh-CN" sz="2000" dirty="0">
              <a:latin typeface="楷体" panose="02010609060101010101" pitchFamily="49" charset="-122"/>
              <a:ea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rPr>
              <a:t>加入对抗学习后，同一个行人的特征更为集中，而不同行人的特征更为分散。</a:t>
            </a:r>
            <a:endParaRPr lang="en-US" altLang="zh-CN" sz="2000" dirty="0">
              <a:latin typeface="楷体" panose="02010609060101010101" pitchFamily="49" charset="-122"/>
              <a:ea typeface="楷体" panose="02010609060101010101" pitchFamily="49" charset="-122"/>
            </a:endParaRPr>
          </a:p>
          <a:p>
            <a:pPr>
              <a:lnSpc>
                <a:spcPct val="130000"/>
              </a:lnSpc>
            </a:pPr>
            <a:endParaRPr lang="en-US" altLang="zh-CN" sz="2000" dirty="0">
              <a:latin typeface="楷体" panose="02010609060101010101" pitchFamily="49" charset="-122"/>
              <a:ea typeface="楷体" panose="02010609060101010101" pitchFamily="49" charset="-122"/>
            </a:endParaRPr>
          </a:p>
          <a:p>
            <a:pPr>
              <a:lnSpc>
                <a:spcPct val="130000"/>
              </a:lnSpc>
            </a:pPr>
            <a:r>
              <a:rPr lang="zh-CN" altLang="en-US" sz="2000" dirty="0">
                <a:latin typeface="楷体" panose="02010609060101010101" pitchFamily="49" charset="-122"/>
                <a:ea typeface="楷体" panose="02010609060101010101" pitchFamily="49" charset="-122"/>
              </a:rPr>
              <a:t>对抗学习通过减小源域和目标域的风格差异，可以减小背景环境的影响，学习到的特征更关注于行人本身。</a:t>
            </a:r>
            <a:endParaRPr lang="en-US" altLang="zh-CN" sz="2000" dirty="0">
              <a:latin typeface="楷体" panose="02010609060101010101" pitchFamily="49" charset="-122"/>
              <a:ea typeface="楷体" panose="02010609060101010101" pitchFamily="49" charset="-122"/>
            </a:endParaRPr>
          </a:p>
        </p:txBody>
      </p:sp>
      <p:grpSp>
        <p:nvGrpSpPr>
          <p:cNvPr id="9" name="组合 8">
            <a:extLst>
              <a:ext uri="{FF2B5EF4-FFF2-40B4-BE49-F238E27FC236}">
                <a16:creationId xmlns:a16="http://schemas.microsoft.com/office/drawing/2014/main" id="{1B1C4AEF-5CB4-4678-B665-F30262FA5C39}"/>
              </a:ext>
            </a:extLst>
          </p:cNvPr>
          <p:cNvGrpSpPr/>
          <p:nvPr/>
        </p:nvGrpSpPr>
        <p:grpSpPr>
          <a:xfrm>
            <a:off x="442240" y="2021456"/>
            <a:ext cx="6487646" cy="4085572"/>
            <a:chOff x="3382588" y="1587687"/>
            <a:chExt cx="6487646" cy="4085572"/>
          </a:xfrm>
        </p:grpSpPr>
        <p:pic>
          <p:nvPicPr>
            <p:cNvPr id="10" name="图片 9">
              <a:extLst>
                <a:ext uri="{FF2B5EF4-FFF2-40B4-BE49-F238E27FC236}">
                  <a16:creationId xmlns:a16="http://schemas.microsoft.com/office/drawing/2014/main" id="{D2C1395C-5830-4B59-9694-85F12FED87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82588" y="1587687"/>
              <a:ext cx="3061722" cy="3043434"/>
            </a:xfrm>
            <a:prstGeom prst="rect">
              <a:avLst/>
            </a:prstGeom>
          </p:spPr>
        </p:pic>
        <p:pic>
          <p:nvPicPr>
            <p:cNvPr id="11" name="图片 10">
              <a:extLst>
                <a:ext uri="{FF2B5EF4-FFF2-40B4-BE49-F238E27FC236}">
                  <a16:creationId xmlns:a16="http://schemas.microsoft.com/office/drawing/2014/main" id="{8F1DDB26-8994-45A0-AEEF-A0DACB2CA1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731928" y="1587687"/>
              <a:ext cx="3061722" cy="3043434"/>
            </a:xfrm>
            <a:prstGeom prst="rect">
              <a:avLst/>
            </a:prstGeom>
          </p:spPr>
        </p:pic>
        <p:sp>
          <p:nvSpPr>
            <p:cNvPr id="12" name="流程图: 接点 11">
              <a:extLst>
                <a:ext uri="{FF2B5EF4-FFF2-40B4-BE49-F238E27FC236}">
                  <a16:creationId xmlns:a16="http://schemas.microsoft.com/office/drawing/2014/main" id="{23565248-25A4-4B59-943E-C1C659255B4F}"/>
                </a:ext>
              </a:extLst>
            </p:cNvPr>
            <p:cNvSpPr/>
            <p:nvPr/>
          </p:nvSpPr>
          <p:spPr>
            <a:xfrm>
              <a:off x="5947243" y="2343218"/>
              <a:ext cx="360000" cy="360000"/>
            </a:xfrm>
            <a:prstGeom prst="flowChartConnector">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流程图: 接点 12">
              <a:extLst>
                <a:ext uri="{FF2B5EF4-FFF2-40B4-BE49-F238E27FC236}">
                  <a16:creationId xmlns:a16="http://schemas.microsoft.com/office/drawing/2014/main" id="{839C432D-9CB6-43F9-974B-A66054FD5B61}"/>
                </a:ext>
              </a:extLst>
            </p:cNvPr>
            <p:cNvSpPr/>
            <p:nvPr/>
          </p:nvSpPr>
          <p:spPr>
            <a:xfrm>
              <a:off x="7547682" y="3346395"/>
              <a:ext cx="396000" cy="396000"/>
            </a:xfrm>
            <a:prstGeom prst="flowChartConnector">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流程图: 接点 13">
              <a:extLst>
                <a:ext uri="{FF2B5EF4-FFF2-40B4-BE49-F238E27FC236}">
                  <a16:creationId xmlns:a16="http://schemas.microsoft.com/office/drawing/2014/main" id="{E7BC673C-3BB5-48C6-BAB7-6586396B85BF}"/>
                </a:ext>
              </a:extLst>
            </p:cNvPr>
            <p:cNvSpPr/>
            <p:nvPr/>
          </p:nvSpPr>
          <p:spPr>
            <a:xfrm>
              <a:off x="4813351" y="3100526"/>
              <a:ext cx="324000" cy="396000"/>
            </a:xfrm>
            <a:prstGeom prst="flowChartConnector">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流程图: 接点 14">
              <a:extLst>
                <a:ext uri="{FF2B5EF4-FFF2-40B4-BE49-F238E27FC236}">
                  <a16:creationId xmlns:a16="http://schemas.microsoft.com/office/drawing/2014/main" id="{D1723507-E9B9-4818-B083-A1D9989E3FB3}"/>
                </a:ext>
              </a:extLst>
            </p:cNvPr>
            <p:cNvSpPr/>
            <p:nvPr/>
          </p:nvSpPr>
          <p:spPr>
            <a:xfrm>
              <a:off x="8494317" y="2665523"/>
              <a:ext cx="288000" cy="288000"/>
            </a:xfrm>
            <a:prstGeom prst="flowChartConnector">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流程图: 接点 15">
              <a:extLst>
                <a:ext uri="{FF2B5EF4-FFF2-40B4-BE49-F238E27FC236}">
                  <a16:creationId xmlns:a16="http://schemas.microsoft.com/office/drawing/2014/main" id="{79938688-EB19-4520-B64B-9E9683D3C87A}"/>
                </a:ext>
              </a:extLst>
            </p:cNvPr>
            <p:cNvSpPr/>
            <p:nvPr/>
          </p:nvSpPr>
          <p:spPr>
            <a:xfrm>
              <a:off x="4253090" y="4164621"/>
              <a:ext cx="288000" cy="288000"/>
            </a:xfrm>
            <a:prstGeom prst="flowChartConnector">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流程图: 接点 16">
              <a:extLst>
                <a:ext uri="{FF2B5EF4-FFF2-40B4-BE49-F238E27FC236}">
                  <a16:creationId xmlns:a16="http://schemas.microsoft.com/office/drawing/2014/main" id="{4F0101AA-8ED8-4367-B2C9-8923CC197085}"/>
                </a:ext>
              </a:extLst>
            </p:cNvPr>
            <p:cNvSpPr/>
            <p:nvPr/>
          </p:nvSpPr>
          <p:spPr>
            <a:xfrm>
              <a:off x="8855660" y="2046340"/>
              <a:ext cx="216000" cy="216000"/>
            </a:xfrm>
            <a:prstGeom prst="flowChartConnector">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流程图: 接点 17">
              <a:extLst>
                <a:ext uri="{FF2B5EF4-FFF2-40B4-BE49-F238E27FC236}">
                  <a16:creationId xmlns:a16="http://schemas.microsoft.com/office/drawing/2014/main" id="{EBB4C532-F3A6-4554-A1C3-3D96B186B03C}"/>
                </a:ext>
              </a:extLst>
            </p:cNvPr>
            <p:cNvSpPr/>
            <p:nvPr/>
          </p:nvSpPr>
          <p:spPr>
            <a:xfrm>
              <a:off x="5367708" y="3355273"/>
              <a:ext cx="324000" cy="324000"/>
            </a:xfrm>
            <a:prstGeom prst="flowChartConnector">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流程图: 接点 18">
              <a:extLst>
                <a:ext uri="{FF2B5EF4-FFF2-40B4-BE49-F238E27FC236}">
                  <a16:creationId xmlns:a16="http://schemas.microsoft.com/office/drawing/2014/main" id="{E260BD79-B06C-4528-99F3-7398B0DEC3CD}"/>
                </a:ext>
              </a:extLst>
            </p:cNvPr>
            <p:cNvSpPr/>
            <p:nvPr/>
          </p:nvSpPr>
          <p:spPr>
            <a:xfrm>
              <a:off x="7451123" y="2466547"/>
              <a:ext cx="288000" cy="288000"/>
            </a:xfrm>
            <a:prstGeom prst="flowChartConnector">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流程图: 接点 19">
              <a:extLst>
                <a:ext uri="{FF2B5EF4-FFF2-40B4-BE49-F238E27FC236}">
                  <a16:creationId xmlns:a16="http://schemas.microsoft.com/office/drawing/2014/main" id="{F5758EA0-56C6-465D-998C-E85FC76160CB}"/>
                </a:ext>
              </a:extLst>
            </p:cNvPr>
            <p:cNvSpPr/>
            <p:nvPr/>
          </p:nvSpPr>
          <p:spPr>
            <a:xfrm>
              <a:off x="4974234" y="3994475"/>
              <a:ext cx="432000" cy="432000"/>
            </a:xfrm>
            <a:prstGeom prst="flowChartConnector">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流程图: 接点 20">
              <a:extLst>
                <a:ext uri="{FF2B5EF4-FFF2-40B4-BE49-F238E27FC236}">
                  <a16:creationId xmlns:a16="http://schemas.microsoft.com/office/drawing/2014/main" id="{35A4EF5E-2DBC-4266-BFCD-D34986EF504D}"/>
                </a:ext>
              </a:extLst>
            </p:cNvPr>
            <p:cNvSpPr/>
            <p:nvPr/>
          </p:nvSpPr>
          <p:spPr>
            <a:xfrm>
              <a:off x="7800181" y="1930372"/>
              <a:ext cx="504000" cy="432000"/>
            </a:xfrm>
            <a:prstGeom prst="flowChartConnector">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2" name="组合 21">
              <a:extLst>
                <a:ext uri="{FF2B5EF4-FFF2-40B4-BE49-F238E27FC236}">
                  <a16:creationId xmlns:a16="http://schemas.microsoft.com/office/drawing/2014/main" id="{0E34BF59-4B82-4419-A08E-22CE37AADE81}"/>
                </a:ext>
              </a:extLst>
            </p:cNvPr>
            <p:cNvGrpSpPr/>
            <p:nvPr/>
          </p:nvGrpSpPr>
          <p:grpSpPr>
            <a:xfrm>
              <a:off x="4561714" y="5025258"/>
              <a:ext cx="1344875" cy="648000"/>
              <a:chOff x="2976298" y="971393"/>
              <a:chExt cx="1344875" cy="648000"/>
            </a:xfrm>
          </p:grpSpPr>
          <p:pic>
            <p:nvPicPr>
              <p:cNvPr id="52" name="图片 51">
                <a:extLst>
                  <a:ext uri="{FF2B5EF4-FFF2-40B4-BE49-F238E27FC236}">
                    <a16:creationId xmlns:a16="http://schemas.microsoft.com/office/drawing/2014/main" id="{949CBE67-4CB6-4CCF-BE5D-D34F606DA6C3}"/>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3349173" y="971393"/>
                <a:ext cx="324000" cy="648000"/>
              </a:xfrm>
              <a:prstGeom prst="rect">
                <a:avLst/>
              </a:prstGeom>
            </p:spPr>
          </p:pic>
          <p:pic>
            <p:nvPicPr>
              <p:cNvPr id="53" name="图片 52">
                <a:extLst>
                  <a:ext uri="{FF2B5EF4-FFF2-40B4-BE49-F238E27FC236}">
                    <a16:creationId xmlns:a16="http://schemas.microsoft.com/office/drawing/2014/main" id="{98270247-2AAE-4FEA-8A9F-5162CE9E8536}"/>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2976298" y="971393"/>
                <a:ext cx="324000" cy="648000"/>
              </a:xfrm>
              <a:prstGeom prst="rect">
                <a:avLst/>
              </a:prstGeom>
            </p:spPr>
          </p:pic>
          <p:pic>
            <p:nvPicPr>
              <p:cNvPr id="54" name="图片 53">
                <a:extLst>
                  <a:ext uri="{FF2B5EF4-FFF2-40B4-BE49-F238E27FC236}">
                    <a16:creationId xmlns:a16="http://schemas.microsoft.com/office/drawing/2014/main" id="{F6C61FC9-EBFF-406E-9285-9274F523FB3B}"/>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3673173" y="971393"/>
                <a:ext cx="324000" cy="648000"/>
              </a:xfrm>
              <a:prstGeom prst="rect">
                <a:avLst/>
              </a:prstGeom>
            </p:spPr>
          </p:pic>
          <p:pic>
            <p:nvPicPr>
              <p:cNvPr id="55" name="图片 54">
                <a:extLst>
                  <a:ext uri="{FF2B5EF4-FFF2-40B4-BE49-F238E27FC236}">
                    <a16:creationId xmlns:a16="http://schemas.microsoft.com/office/drawing/2014/main" id="{358E0D54-4B11-4C67-8F70-68352A802D51}"/>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3997173" y="971393"/>
                <a:ext cx="324000" cy="648000"/>
              </a:xfrm>
              <a:prstGeom prst="rect">
                <a:avLst/>
              </a:prstGeom>
            </p:spPr>
          </p:pic>
        </p:grpSp>
        <p:grpSp>
          <p:nvGrpSpPr>
            <p:cNvPr id="23" name="组合 22">
              <a:extLst>
                <a:ext uri="{FF2B5EF4-FFF2-40B4-BE49-F238E27FC236}">
                  <a16:creationId xmlns:a16="http://schemas.microsoft.com/office/drawing/2014/main" id="{CA76C07F-153D-4721-AB7A-5A20291D8B3D}"/>
                </a:ext>
              </a:extLst>
            </p:cNvPr>
            <p:cNvGrpSpPr/>
            <p:nvPr/>
          </p:nvGrpSpPr>
          <p:grpSpPr>
            <a:xfrm>
              <a:off x="3383327" y="5025258"/>
              <a:ext cx="1020875" cy="648000"/>
              <a:chOff x="2976298" y="217867"/>
              <a:chExt cx="1020875" cy="648000"/>
            </a:xfrm>
          </p:grpSpPr>
          <p:pic>
            <p:nvPicPr>
              <p:cNvPr id="49" name="图片 48">
                <a:extLst>
                  <a:ext uri="{FF2B5EF4-FFF2-40B4-BE49-F238E27FC236}">
                    <a16:creationId xmlns:a16="http://schemas.microsoft.com/office/drawing/2014/main" id="{4B035620-98DD-45B6-B9E4-1E34C29A8A7E}"/>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3349173" y="217867"/>
                <a:ext cx="324000" cy="648000"/>
              </a:xfrm>
              <a:prstGeom prst="rect">
                <a:avLst/>
              </a:prstGeom>
            </p:spPr>
          </p:pic>
          <p:pic>
            <p:nvPicPr>
              <p:cNvPr id="50" name="图片 49">
                <a:extLst>
                  <a:ext uri="{FF2B5EF4-FFF2-40B4-BE49-F238E27FC236}">
                    <a16:creationId xmlns:a16="http://schemas.microsoft.com/office/drawing/2014/main" id="{4A01B277-BEE9-4238-A982-5D81E6450F6F}"/>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2976298" y="217867"/>
                <a:ext cx="324000" cy="648000"/>
              </a:xfrm>
              <a:prstGeom prst="rect">
                <a:avLst/>
              </a:prstGeom>
            </p:spPr>
          </p:pic>
          <p:pic>
            <p:nvPicPr>
              <p:cNvPr id="51" name="图片 50">
                <a:extLst>
                  <a:ext uri="{FF2B5EF4-FFF2-40B4-BE49-F238E27FC236}">
                    <a16:creationId xmlns:a16="http://schemas.microsoft.com/office/drawing/2014/main" id="{FDD62554-844F-4327-AA50-DA87B9B2213F}"/>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3673173" y="217867"/>
                <a:ext cx="324000" cy="648000"/>
              </a:xfrm>
              <a:prstGeom prst="rect">
                <a:avLst/>
              </a:prstGeom>
            </p:spPr>
          </p:pic>
        </p:grpSp>
        <p:grpSp>
          <p:nvGrpSpPr>
            <p:cNvPr id="24" name="组合 23">
              <a:extLst>
                <a:ext uri="{FF2B5EF4-FFF2-40B4-BE49-F238E27FC236}">
                  <a16:creationId xmlns:a16="http://schemas.microsoft.com/office/drawing/2014/main" id="{1DA75940-6804-4D92-94D9-20BA944FB3D3}"/>
                </a:ext>
              </a:extLst>
            </p:cNvPr>
            <p:cNvGrpSpPr/>
            <p:nvPr/>
          </p:nvGrpSpPr>
          <p:grpSpPr>
            <a:xfrm>
              <a:off x="8788030" y="5025258"/>
              <a:ext cx="1082204" cy="648000"/>
              <a:chOff x="8742537" y="4595661"/>
              <a:chExt cx="1082204" cy="648000"/>
            </a:xfrm>
          </p:grpSpPr>
          <p:pic>
            <p:nvPicPr>
              <p:cNvPr id="46" name="图片 45">
                <a:extLst>
                  <a:ext uri="{FF2B5EF4-FFF2-40B4-BE49-F238E27FC236}">
                    <a16:creationId xmlns:a16="http://schemas.microsoft.com/office/drawing/2014/main" id="{D4BB5C3E-F08F-40C8-B056-793B0CCFF27C}"/>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9121639" y="4595661"/>
                <a:ext cx="324000" cy="648000"/>
              </a:xfrm>
              <a:prstGeom prst="rect">
                <a:avLst/>
              </a:prstGeom>
            </p:spPr>
          </p:pic>
          <p:pic>
            <p:nvPicPr>
              <p:cNvPr id="47" name="图片 46">
                <a:extLst>
                  <a:ext uri="{FF2B5EF4-FFF2-40B4-BE49-F238E27FC236}">
                    <a16:creationId xmlns:a16="http://schemas.microsoft.com/office/drawing/2014/main" id="{507A3929-4818-4F41-B4A0-732496DF4D3D}"/>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8742537" y="4595661"/>
                <a:ext cx="324000" cy="648000"/>
              </a:xfrm>
              <a:prstGeom prst="rect">
                <a:avLst/>
              </a:prstGeom>
            </p:spPr>
          </p:pic>
          <p:pic>
            <p:nvPicPr>
              <p:cNvPr id="48" name="图片 47">
                <a:extLst>
                  <a:ext uri="{FF2B5EF4-FFF2-40B4-BE49-F238E27FC236}">
                    <a16:creationId xmlns:a16="http://schemas.microsoft.com/office/drawing/2014/main" id="{63A42FCE-F379-4490-A641-B01807440B5F}"/>
                  </a:ext>
                </a:extLst>
              </p:cNvPr>
              <p:cNvPicPr>
                <a:picLocks/>
              </p:cNvPicPr>
              <p:nvPr/>
            </p:nvPicPr>
            <p:blipFill>
              <a:blip r:embed="rId16">
                <a:extLst>
                  <a:ext uri="{28A0092B-C50C-407E-A947-70E740481C1C}">
                    <a14:useLocalDpi xmlns:a14="http://schemas.microsoft.com/office/drawing/2010/main" val="0"/>
                  </a:ext>
                </a:extLst>
              </a:blip>
              <a:stretch>
                <a:fillRect/>
              </a:stretch>
            </p:blipFill>
            <p:spPr>
              <a:xfrm>
                <a:off x="9500741" y="4595661"/>
                <a:ext cx="324000" cy="648000"/>
              </a:xfrm>
              <a:prstGeom prst="rect">
                <a:avLst/>
              </a:prstGeom>
            </p:spPr>
          </p:pic>
        </p:grpSp>
        <p:grpSp>
          <p:nvGrpSpPr>
            <p:cNvPr id="25" name="组合 24">
              <a:extLst>
                <a:ext uri="{FF2B5EF4-FFF2-40B4-BE49-F238E27FC236}">
                  <a16:creationId xmlns:a16="http://schemas.microsoft.com/office/drawing/2014/main" id="{AA521AAF-C06E-4170-99FC-12CB09194699}"/>
                </a:ext>
              </a:extLst>
            </p:cNvPr>
            <p:cNvGrpSpPr/>
            <p:nvPr/>
          </p:nvGrpSpPr>
          <p:grpSpPr>
            <a:xfrm>
              <a:off x="7292814" y="5025258"/>
              <a:ext cx="1337704" cy="648000"/>
              <a:chOff x="7114886" y="4622313"/>
              <a:chExt cx="1337704" cy="648000"/>
            </a:xfrm>
          </p:grpSpPr>
          <p:pic>
            <p:nvPicPr>
              <p:cNvPr id="42" name="图片 41">
                <a:extLst>
                  <a:ext uri="{FF2B5EF4-FFF2-40B4-BE49-F238E27FC236}">
                    <a16:creationId xmlns:a16="http://schemas.microsoft.com/office/drawing/2014/main" id="{DE79085C-81BD-4B4F-AF6E-D9C14E26EA72}"/>
                  </a:ext>
                </a:extLst>
              </p:cNvPr>
              <p:cNvPicPr>
                <a:picLocks/>
              </p:cNvPicPr>
              <p:nvPr/>
            </p:nvPicPr>
            <p:blipFill>
              <a:blip r:embed="rId17">
                <a:extLst>
                  <a:ext uri="{28A0092B-C50C-407E-A947-70E740481C1C}">
                    <a14:useLocalDpi xmlns:a14="http://schemas.microsoft.com/office/drawing/2010/main" val="0"/>
                  </a:ext>
                </a:extLst>
              </a:blip>
              <a:stretch>
                <a:fillRect/>
              </a:stretch>
            </p:blipFill>
            <p:spPr>
              <a:xfrm>
                <a:off x="7114886" y="4622313"/>
                <a:ext cx="324000" cy="648000"/>
              </a:xfrm>
              <a:prstGeom prst="rect">
                <a:avLst/>
              </a:prstGeom>
            </p:spPr>
          </p:pic>
          <p:pic>
            <p:nvPicPr>
              <p:cNvPr id="43" name="图片 42">
                <a:extLst>
                  <a:ext uri="{FF2B5EF4-FFF2-40B4-BE49-F238E27FC236}">
                    <a16:creationId xmlns:a16="http://schemas.microsoft.com/office/drawing/2014/main" id="{3C423120-24DF-477F-AFF4-D1D300C33CBA}"/>
                  </a:ext>
                </a:extLst>
              </p:cNvPr>
              <p:cNvPicPr>
                <a:picLocks/>
              </p:cNvPicPr>
              <p:nvPr/>
            </p:nvPicPr>
            <p:blipFill>
              <a:blip r:embed="rId18">
                <a:extLst>
                  <a:ext uri="{28A0092B-C50C-407E-A947-70E740481C1C}">
                    <a14:useLocalDpi xmlns:a14="http://schemas.microsoft.com/office/drawing/2010/main" val="0"/>
                  </a:ext>
                </a:extLst>
              </a:blip>
              <a:stretch>
                <a:fillRect/>
              </a:stretch>
            </p:blipFill>
            <p:spPr>
              <a:xfrm>
                <a:off x="8128590" y="4622313"/>
                <a:ext cx="324000" cy="648000"/>
              </a:xfrm>
              <a:prstGeom prst="rect">
                <a:avLst/>
              </a:prstGeom>
            </p:spPr>
          </p:pic>
          <p:pic>
            <p:nvPicPr>
              <p:cNvPr id="44" name="图片 43">
                <a:extLst>
                  <a:ext uri="{FF2B5EF4-FFF2-40B4-BE49-F238E27FC236}">
                    <a16:creationId xmlns:a16="http://schemas.microsoft.com/office/drawing/2014/main" id="{B49F5AA7-FF76-40F0-B3C1-32A6D9A0C3FD}"/>
                  </a:ext>
                </a:extLst>
              </p:cNvPr>
              <p:cNvPicPr>
                <a:picLocks/>
              </p:cNvPicPr>
              <p:nvPr/>
            </p:nvPicPr>
            <p:blipFill>
              <a:blip r:embed="rId19">
                <a:extLst>
                  <a:ext uri="{28A0092B-C50C-407E-A947-70E740481C1C}">
                    <a14:useLocalDpi xmlns:a14="http://schemas.microsoft.com/office/drawing/2010/main" val="0"/>
                  </a:ext>
                </a:extLst>
              </a:blip>
              <a:stretch>
                <a:fillRect/>
              </a:stretch>
            </p:blipFill>
            <p:spPr>
              <a:xfrm>
                <a:off x="7809543" y="4622313"/>
                <a:ext cx="324000" cy="648000"/>
              </a:xfrm>
              <a:prstGeom prst="rect">
                <a:avLst/>
              </a:prstGeom>
            </p:spPr>
          </p:pic>
          <p:pic>
            <p:nvPicPr>
              <p:cNvPr id="45" name="图片 44">
                <a:extLst>
                  <a:ext uri="{FF2B5EF4-FFF2-40B4-BE49-F238E27FC236}">
                    <a16:creationId xmlns:a16="http://schemas.microsoft.com/office/drawing/2014/main" id="{F51C0E8A-F46E-4085-B250-E8EC6EA379BF}"/>
                  </a:ext>
                </a:extLst>
              </p:cNvPr>
              <p:cNvPicPr>
                <a:picLocks/>
              </p:cNvPicPr>
              <p:nvPr/>
            </p:nvPicPr>
            <p:blipFill>
              <a:blip r:embed="rId20">
                <a:extLst>
                  <a:ext uri="{28A0092B-C50C-407E-A947-70E740481C1C}">
                    <a14:useLocalDpi xmlns:a14="http://schemas.microsoft.com/office/drawing/2010/main" val="0"/>
                  </a:ext>
                </a:extLst>
              </a:blip>
              <a:stretch>
                <a:fillRect/>
              </a:stretch>
            </p:blipFill>
            <p:spPr>
              <a:xfrm>
                <a:off x="7433425" y="4622313"/>
                <a:ext cx="324000" cy="648000"/>
              </a:xfrm>
              <a:prstGeom prst="rect">
                <a:avLst/>
              </a:prstGeom>
            </p:spPr>
          </p:pic>
        </p:grpSp>
        <p:grpSp>
          <p:nvGrpSpPr>
            <p:cNvPr id="26" name="组合 25">
              <a:extLst>
                <a:ext uri="{FF2B5EF4-FFF2-40B4-BE49-F238E27FC236}">
                  <a16:creationId xmlns:a16="http://schemas.microsoft.com/office/drawing/2014/main" id="{5DA1DD03-09F0-4D24-8365-8F9176EE9731}"/>
                </a:ext>
              </a:extLst>
            </p:cNvPr>
            <p:cNvGrpSpPr/>
            <p:nvPr/>
          </p:nvGrpSpPr>
          <p:grpSpPr>
            <a:xfrm>
              <a:off x="6064101" y="5025258"/>
              <a:ext cx="1071201" cy="648000"/>
              <a:chOff x="1173146" y="3994475"/>
              <a:chExt cx="1071201" cy="648000"/>
            </a:xfrm>
          </p:grpSpPr>
          <p:pic>
            <p:nvPicPr>
              <p:cNvPr id="39" name="图片 38">
                <a:extLst>
                  <a:ext uri="{FF2B5EF4-FFF2-40B4-BE49-F238E27FC236}">
                    <a16:creationId xmlns:a16="http://schemas.microsoft.com/office/drawing/2014/main" id="{612E51F1-AEC1-4F3D-A75D-90F049874518}"/>
                  </a:ext>
                </a:extLst>
              </p:cNvPr>
              <p:cNvPicPr>
                <a:picLocks/>
              </p:cNvPicPr>
              <p:nvPr/>
            </p:nvPicPr>
            <p:blipFill>
              <a:blip r:embed="rId21">
                <a:extLst>
                  <a:ext uri="{28A0092B-C50C-407E-A947-70E740481C1C}">
                    <a14:useLocalDpi xmlns:a14="http://schemas.microsoft.com/office/drawing/2010/main" val="0"/>
                  </a:ext>
                </a:extLst>
              </a:blip>
              <a:stretch>
                <a:fillRect/>
              </a:stretch>
            </p:blipFill>
            <p:spPr>
              <a:xfrm>
                <a:off x="1173146" y="3994475"/>
                <a:ext cx="324000" cy="648000"/>
              </a:xfrm>
              <a:prstGeom prst="rect">
                <a:avLst/>
              </a:prstGeom>
            </p:spPr>
          </p:pic>
          <p:pic>
            <p:nvPicPr>
              <p:cNvPr id="40" name="图片 39">
                <a:extLst>
                  <a:ext uri="{FF2B5EF4-FFF2-40B4-BE49-F238E27FC236}">
                    <a16:creationId xmlns:a16="http://schemas.microsoft.com/office/drawing/2014/main" id="{DE966A2F-060E-41E1-A03F-9815EAEB8362}"/>
                  </a:ext>
                </a:extLst>
              </p:cNvPr>
              <p:cNvPicPr>
                <a:picLocks/>
              </p:cNvPicPr>
              <p:nvPr/>
            </p:nvPicPr>
            <p:blipFill>
              <a:blip r:embed="rId22">
                <a:extLst>
                  <a:ext uri="{28A0092B-C50C-407E-A947-70E740481C1C}">
                    <a14:useLocalDpi xmlns:a14="http://schemas.microsoft.com/office/drawing/2010/main" val="0"/>
                  </a:ext>
                </a:extLst>
              </a:blip>
              <a:stretch>
                <a:fillRect/>
              </a:stretch>
            </p:blipFill>
            <p:spPr>
              <a:xfrm>
                <a:off x="1549264" y="3994475"/>
                <a:ext cx="324000" cy="648000"/>
              </a:xfrm>
              <a:prstGeom prst="rect">
                <a:avLst/>
              </a:prstGeom>
            </p:spPr>
          </p:pic>
          <p:pic>
            <p:nvPicPr>
              <p:cNvPr id="41" name="图片 40">
                <a:extLst>
                  <a:ext uri="{FF2B5EF4-FFF2-40B4-BE49-F238E27FC236}">
                    <a16:creationId xmlns:a16="http://schemas.microsoft.com/office/drawing/2014/main" id="{A48FDA5E-C0ED-4088-939B-5221D49EF73F}"/>
                  </a:ext>
                </a:extLst>
              </p:cNvPr>
              <p:cNvPicPr>
                <a:picLocks/>
              </p:cNvPicPr>
              <p:nvPr/>
            </p:nvPicPr>
            <p:blipFill>
              <a:blip r:embed="rId23">
                <a:extLst>
                  <a:ext uri="{28A0092B-C50C-407E-A947-70E740481C1C}">
                    <a14:useLocalDpi xmlns:a14="http://schemas.microsoft.com/office/drawing/2010/main" val="0"/>
                  </a:ext>
                </a:extLst>
              </a:blip>
              <a:stretch>
                <a:fillRect/>
              </a:stretch>
            </p:blipFill>
            <p:spPr>
              <a:xfrm>
                <a:off x="1920347" y="3994475"/>
                <a:ext cx="324000" cy="648000"/>
              </a:xfrm>
              <a:prstGeom prst="rect">
                <a:avLst/>
              </a:prstGeom>
            </p:spPr>
          </p:pic>
        </p:grpSp>
        <p:cxnSp>
          <p:nvCxnSpPr>
            <p:cNvPr id="27" name="直接箭头连接符 26">
              <a:extLst>
                <a:ext uri="{FF2B5EF4-FFF2-40B4-BE49-F238E27FC236}">
                  <a16:creationId xmlns:a16="http://schemas.microsoft.com/office/drawing/2014/main" id="{F8052E77-20DC-4D82-9C31-933F5910FEE9}"/>
                </a:ext>
              </a:extLst>
            </p:cNvPr>
            <p:cNvCxnSpPr>
              <a:cxnSpLocks/>
              <a:endCxn id="32" idx="0"/>
            </p:cNvCxnSpPr>
            <p:nvPr/>
          </p:nvCxnSpPr>
          <p:spPr>
            <a:xfrm flipH="1">
              <a:off x="3890624" y="4435167"/>
              <a:ext cx="444164" cy="590092"/>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0AA3ECD4-6EAE-4ABA-84B7-088EAAD0D80D}"/>
                </a:ext>
              </a:extLst>
            </p:cNvPr>
            <p:cNvCxnSpPr>
              <a:cxnSpLocks/>
              <a:stCxn id="14" idx="4"/>
            </p:cNvCxnSpPr>
            <p:nvPr/>
          </p:nvCxnSpPr>
          <p:spPr>
            <a:xfrm flipH="1">
              <a:off x="4885714" y="3496526"/>
              <a:ext cx="89637" cy="152873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460F5A22-A72B-4522-98AF-1D6B7F4E2F0E}"/>
                </a:ext>
              </a:extLst>
            </p:cNvPr>
            <p:cNvCxnSpPr>
              <a:cxnSpLocks/>
              <a:endCxn id="40" idx="0"/>
            </p:cNvCxnSpPr>
            <p:nvPr/>
          </p:nvCxnSpPr>
          <p:spPr>
            <a:xfrm>
              <a:off x="6183462" y="2686478"/>
              <a:ext cx="418757" cy="2338780"/>
            </a:xfrm>
            <a:prstGeom prst="straightConnector1">
              <a:avLst/>
            </a:prstGeom>
            <a:ln w="1905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2DC9113A-DD76-4C51-8B23-15A3E774A566}"/>
                </a:ext>
              </a:extLst>
            </p:cNvPr>
            <p:cNvCxnSpPr>
              <a:cxnSpLocks/>
            </p:cNvCxnSpPr>
            <p:nvPr/>
          </p:nvCxnSpPr>
          <p:spPr>
            <a:xfrm>
              <a:off x="8140896" y="2343218"/>
              <a:ext cx="971134" cy="2682040"/>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90B6768A-6457-4A9E-A0F8-7108F78F26A4}"/>
                </a:ext>
              </a:extLst>
            </p:cNvPr>
            <p:cNvCxnSpPr>
              <a:cxnSpLocks/>
            </p:cNvCxnSpPr>
            <p:nvPr/>
          </p:nvCxnSpPr>
          <p:spPr>
            <a:xfrm flipH="1">
              <a:off x="7383780" y="2754547"/>
              <a:ext cx="172632" cy="227071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C0155E24-443B-4E36-994F-4422A8E22376}"/>
                </a:ext>
              </a:extLst>
            </p:cNvPr>
            <p:cNvSpPr/>
            <p:nvPr/>
          </p:nvSpPr>
          <p:spPr>
            <a:xfrm>
              <a:off x="3383326" y="5025259"/>
              <a:ext cx="1014595" cy="648000"/>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D06FA1CD-0ABB-47B1-ADCA-04ED24E093B0}"/>
                </a:ext>
              </a:extLst>
            </p:cNvPr>
            <p:cNvSpPr/>
            <p:nvPr/>
          </p:nvSpPr>
          <p:spPr>
            <a:xfrm>
              <a:off x="4561675" y="5025258"/>
              <a:ext cx="1340426" cy="648000"/>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8041DD2A-61D9-4B82-9438-376A872D46B7}"/>
                </a:ext>
              </a:extLst>
            </p:cNvPr>
            <p:cNvSpPr/>
            <p:nvPr/>
          </p:nvSpPr>
          <p:spPr>
            <a:xfrm>
              <a:off x="6067563" y="5025258"/>
              <a:ext cx="1067739" cy="64800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5DD6A08F-456B-417A-8E90-8C8C81A5E66D}"/>
                </a:ext>
              </a:extLst>
            </p:cNvPr>
            <p:cNvSpPr/>
            <p:nvPr/>
          </p:nvSpPr>
          <p:spPr>
            <a:xfrm>
              <a:off x="7292814" y="5025258"/>
              <a:ext cx="1342908" cy="6480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D5CB08C9-0037-430F-A3C2-C20596BD8C0C}"/>
                </a:ext>
              </a:extLst>
            </p:cNvPr>
            <p:cNvSpPr/>
            <p:nvPr/>
          </p:nvSpPr>
          <p:spPr>
            <a:xfrm>
              <a:off x="8788030" y="5025258"/>
              <a:ext cx="1082204" cy="6480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36">
              <a:extLst>
                <a:ext uri="{FF2B5EF4-FFF2-40B4-BE49-F238E27FC236}">
                  <a16:creationId xmlns:a16="http://schemas.microsoft.com/office/drawing/2014/main" id="{5D444D67-83CA-4103-8CEC-1E299FED7A20}"/>
                </a:ext>
              </a:extLst>
            </p:cNvPr>
            <p:cNvSpPr txBox="1"/>
            <p:nvPr/>
          </p:nvSpPr>
          <p:spPr>
            <a:xfrm>
              <a:off x="4272354" y="4567647"/>
              <a:ext cx="1285929" cy="338554"/>
            </a:xfrm>
            <a:prstGeom prst="rect">
              <a:avLst/>
            </a:prstGeom>
            <a:noFill/>
          </p:spPr>
          <p:txBody>
            <a:bodyPr wrap="none" rtlCol="0">
              <a:spAutoFit/>
            </a:bodyPr>
            <a:lstStyle/>
            <a:p>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 </a:t>
              </a:r>
              <a:r>
                <a:rPr lang="zh-CN" altLang="en-US" sz="1600" dirty="0">
                  <a:latin typeface="宋体" panose="02010600030101010101" pitchFamily="2" charset="-122"/>
                  <a:ea typeface="宋体" panose="02010600030101010101" pitchFamily="2" charset="-122"/>
                </a:rPr>
                <a:t>类别特征</a:t>
              </a:r>
            </a:p>
          </p:txBody>
        </p:sp>
        <p:sp>
          <p:nvSpPr>
            <p:cNvPr id="38" name="文本框 37">
              <a:extLst>
                <a:ext uri="{FF2B5EF4-FFF2-40B4-BE49-F238E27FC236}">
                  <a16:creationId xmlns:a16="http://schemas.microsoft.com/office/drawing/2014/main" id="{CC084FFB-89C2-4B17-AF97-FD25897145AA}"/>
                </a:ext>
              </a:extLst>
            </p:cNvPr>
            <p:cNvSpPr txBox="1"/>
            <p:nvPr/>
          </p:nvSpPr>
          <p:spPr>
            <a:xfrm>
              <a:off x="7155577" y="4567647"/>
              <a:ext cx="2220480" cy="338554"/>
            </a:xfrm>
            <a:prstGeom prst="rect">
              <a:avLst/>
            </a:prstGeom>
            <a:noFill/>
          </p:spPr>
          <p:txBody>
            <a:bodyPr wrap="none" rtlCol="0">
              <a:spAutoFit/>
            </a:bodyPr>
            <a:lstStyle/>
            <a:p>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(b) </a:t>
              </a:r>
              <a:r>
                <a:rPr lang="zh-CN" altLang="en-US" sz="1600" dirty="0">
                  <a:latin typeface="宋体" panose="02010600030101010101" pitchFamily="2" charset="-122"/>
                  <a:ea typeface="宋体" panose="02010600030101010101" pitchFamily="2" charset="-122"/>
                </a:rPr>
                <a:t>类别特征</a:t>
              </a:r>
              <a:r>
                <a:rPr lang="en-US" altLang="zh-CN" sz="1600" dirty="0">
                  <a:latin typeface="宋体" panose="02010600030101010101" pitchFamily="2" charset="-122"/>
                  <a:ea typeface="宋体" panose="02010600030101010101" pitchFamily="2" charset="-122"/>
                </a:rPr>
                <a:t>+</a:t>
              </a:r>
              <a:r>
                <a:rPr lang="zh-CN" altLang="en-US" sz="1600" dirty="0">
                  <a:latin typeface="宋体" panose="02010600030101010101" pitchFamily="2" charset="-122"/>
                  <a:ea typeface="宋体" panose="02010600030101010101" pitchFamily="2" charset="-122"/>
                </a:rPr>
                <a:t>对抗学习</a:t>
              </a:r>
            </a:p>
          </p:txBody>
        </p:sp>
      </p:grpSp>
      <p:sp>
        <p:nvSpPr>
          <p:cNvPr id="56" name="文本框 55">
            <a:extLst>
              <a:ext uri="{FF2B5EF4-FFF2-40B4-BE49-F238E27FC236}">
                <a16:creationId xmlns:a16="http://schemas.microsoft.com/office/drawing/2014/main" id="{4C98D9CA-59D6-41F1-98EE-36EF29F425CB}"/>
              </a:ext>
            </a:extLst>
          </p:cNvPr>
          <p:cNvSpPr txBox="1"/>
          <p:nvPr/>
        </p:nvSpPr>
        <p:spPr>
          <a:xfrm>
            <a:off x="439304" y="1464556"/>
            <a:ext cx="6443560" cy="520848"/>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400" dirty="0">
                <a:latin typeface="Times New Roman" panose="02020603050405020304" pitchFamily="18" charset="0"/>
                <a:ea typeface="楷体" panose="02010609060101010101" pitchFamily="49" charset="-122"/>
                <a:cs typeface="Times New Roman" panose="02020603050405020304" pitchFamily="18" charset="0"/>
              </a:rPr>
              <a:t>使用不同方法的特征可视化结果</a:t>
            </a:r>
            <a:endParaRPr lang="en-US" altLang="zh-CN" sz="24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16315341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971776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实验结果</a:t>
            </a:r>
          </a:p>
        </p:txBody>
      </p:sp>
      <p:grpSp>
        <p:nvGrpSpPr>
          <p:cNvPr id="28" name="组合 27">
            <a:extLst>
              <a:ext uri="{FF2B5EF4-FFF2-40B4-BE49-F238E27FC236}">
                <a16:creationId xmlns:a16="http://schemas.microsoft.com/office/drawing/2014/main" id="{C2784F05-4D98-4C4B-8C50-4B207F8D407B}"/>
              </a:ext>
            </a:extLst>
          </p:cNvPr>
          <p:cNvGrpSpPr/>
          <p:nvPr/>
        </p:nvGrpSpPr>
        <p:grpSpPr>
          <a:xfrm>
            <a:off x="1001161" y="1439040"/>
            <a:ext cx="4806000" cy="5056454"/>
            <a:chOff x="540000" y="720910"/>
            <a:chExt cx="4806000" cy="5056454"/>
          </a:xfrm>
        </p:grpSpPr>
        <p:pic>
          <p:nvPicPr>
            <p:cNvPr id="29" name="图片 28">
              <a:extLst>
                <a:ext uri="{FF2B5EF4-FFF2-40B4-BE49-F238E27FC236}">
                  <a16:creationId xmlns:a16="http://schemas.microsoft.com/office/drawing/2014/main" id="{34A1F981-170B-497F-875C-D01D75079EF7}"/>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40000" y="729910"/>
              <a:ext cx="360000" cy="720000"/>
            </a:xfrm>
            <a:prstGeom prst="rect">
              <a:avLst/>
            </a:prstGeom>
          </p:spPr>
        </p:pic>
        <p:grpSp>
          <p:nvGrpSpPr>
            <p:cNvPr id="30" name="组合 29">
              <a:extLst>
                <a:ext uri="{FF2B5EF4-FFF2-40B4-BE49-F238E27FC236}">
                  <a16:creationId xmlns:a16="http://schemas.microsoft.com/office/drawing/2014/main" id="{1997D193-9272-42AB-8B0F-469F5DA08BDE}"/>
                </a:ext>
              </a:extLst>
            </p:cNvPr>
            <p:cNvGrpSpPr/>
            <p:nvPr/>
          </p:nvGrpSpPr>
          <p:grpSpPr>
            <a:xfrm>
              <a:off x="1080000" y="720910"/>
              <a:ext cx="378000" cy="738000"/>
              <a:chOff x="3541639" y="1117573"/>
              <a:chExt cx="378000" cy="738000"/>
            </a:xfrm>
          </p:grpSpPr>
          <p:pic>
            <p:nvPicPr>
              <p:cNvPr id="213" name="图片 212">
                <a:extLst>
                  <a:ext uri="{FF2B5EF4-FFF2-40B4-BE49-F238E27FC236}">
                    <a16:creationId xmlns:a16="http://schemas.microsoft.com/office/drawing/2014/main" id="{FE111C96-9E2F-4537-B96A-5D40838D2E3A}"/>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3550639" y="1126573"/>
                <a:ext cx="360000" cy="720000"/>
              </a:xfrm>
              <a:prstGeom prst="rect">
                <a:avLst/>
              </a:prstGeom>
            </p:spPr>
          </p:pic>
          <p:sp>
            <p:nvSpPr>
              <p:cNvPr id="214" name="矩形 213">
                <a:extLst>
                  <a:ext uri="{FF2B5EF4-FFF2-40B4-BE49-F238E27FC236}">
                    <a16:creationId xmlns:a16="http://schemas.microsoft.com/office/drawing/2014/main" id="{3BB82050-D6BC-4359-84A1-28741C1F4D71}"/>
                  </a:ext>
                </a:extLst>
              </p:cNvPr>
              <p:cNvSpPr/>
              <p:nvPr/>
            </p:nvSpPr>
            <p:spPr>
              <a:xfrm>
                <a:off x="3541639" y="1117573"/>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a:extLst>
                <a:ext uri="{FF2B5EF4-FFF2-40B4-BE49-F238E27FC236}">
                  <a16:creationId xmlns:a16="http://schemas.microsoft.com/office/drawing/2014/main" id="{D29E4162-21DD-489B-8631-DD0AB7200AE3}"/>
                </a:ext>
              </a:extLst>
            </p:cNvPr>
            <p:cNvGrpSpPr/>
            <p:nvPr/>
          </p:nvGrpSpPr>
          <p:grpSpPr>
            <a:xfrm>
              <a:off x="1512000" y="720910"/>
              <a:ext cx="378000" cy="738000"/>
              <a:chOff x="3964491" y="1117573"/>
              <a:chExt cx="378000" cy="738000"/>
            </a:xfrm>
          </p:grpSpPr>
          <p:pic>
            <p:nvPicPr>
              <p:cNvPr id="211" name="图片 210">
                <a:extLst>
                  <a:ext uri="{FF2B5EF4-FFF2-40B4-BE49-F238E27FC236}">
                    <a16:creationId xmlns:a16="http://schemas.microsoft.com/office/drawing/2014/main" id="{B6A3F1FC-9171-4C82-A8F2-0647296C29D9}"/>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3973491" y="1126573"/>
                <a:ext cx="360000" cy="720000"/>
              </a:xfrm>
              <a:prstGeom prst="rect">
                <a:avLst/>
              </a:prstGeom>
            </p:spPr>
          </p:pic>
          <p:sp>
            <p:nvSpPr>
              <p:cNvPr id="212" name="矩形 211">
                <a:extLst>
                  <a:ext uri="{FF2B5EF4-FFF2-40B4-BE49-F238E27FC236}">
                    <a16:creationId xmlns:a16="http://schemas.microsoft.com/office/drawing/2014/main" id="{BDB692B3-4310-4B1D-995C-66924E829E16}"/>
                  </a:ext>
                </a:extLst>
              </p:cNvPr>
              <p:cNvSpPr/>
              <p:nvPr/>
            </p:nvSpPr>
            <p:spPr>
              <a:xfrm>
                <a:off x="3964491" y="1117573"/>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1">
              <a:extLst>
                <a:ext uri="{FF2B5EF4-FFF2-40B4-BE49-F238E27FC236}">
                  <a16:creationId xmlns:a16="http://schemas.microsoft.com/office/drawing/2014/main" id="{F4723E04-E9DA-4D59-A285-EB8C2E12D0E3}"/>
                </a:ext>
              </a:extLst>
            </p:cNvPr>
            <p:cNvGrpSpPr/>
            <p:nvPr/>
          </p:nvGrpSpPr>
          <p:grpSpPr>
            <a:xfrm>
              <a:off x="2376000" y="720910"/>
              <a:ext cx="378000" cy="738000"/>
              <a:chOff x="4916272" y="1117573"/>
              <a:chExt cx="378000" cy="738000"/>
            </a:xfrm>
          </p:grpSpPr>
          <p:pic>
            <p:nvPicPr>
              <p:cNvPr id="209" name="图片 208">
                <a:extLst>
                  <a:ext uri="{FF2B5EF4-FFF2-40B4-BE49-F238E27FC236}">
                    <a16:creationId xmlns:a16="http://schemas.microsoft.com/office/drawing/2014/main" id="{3800EB02-297E-43F1-8DFE-7CC73B0A4135}"/>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4925272" y="1126573"/>
                <a:ext cx="360000" cy="720000"/>
              </a:xfrm>
              <a:prstGeom prst="rect">
                <a:avLst/>
              </a:prstGeom>
            </p:spPr>
          </p:pic>
          <p:sp>
            <p:nvSpPr>
              <p:cNvPr id="210" name="矩形 209">
                <a:extLst>
                  <a:ext uri="{FF2B5EF4-FFF2-40B4-BE49-F238E27FC236}">
                    <a16:creationId xmlns:a16="http://schemas.microsoft.com/office/drawing/2014/main" id="{B386D962-6BB9-465C-A8B8-8736FC235AF1}"/>
                  </a:ext>
                </a:extLst>
              </p:cNvPr>
              <p:cNvSpPr/>
              <p:nvPr/>
            </p:nvSpPr>
            <p:spPr>
              <a:xfrm>
                <a:off x="4916272" y="1117573"/>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3" name="组合 32">
              <a:extLst>
                <a:ext uri="{FF2B5EF4-FFF2-40B4-BE49-F238E27FC236}">
                  <a16:creationId xmlns:a16="http://schemas.microsoft.com/office/drawing/2014/main" id="{7F59F808-B9D0-4ED7-A9B2-F6295B319922}"/>
                </a:ext>
              </a:extLst>
            </p:cNvPr>
            <p:cNvGrpSpPr/>
            <p:nvPr/>
          </p:nvGrpSpPr>
          <p:grpSpPr>
            <a:xfrm>
              <a:off x="1944000" y="720910"/>
              <a:ext cx="378000" cy="738000"/>
              <a:chOff x="4486319" y="1117573"/>
              <a:chExt cx="378000" cy="738000"/>
            </a:xfrm>
          </p:grpSpPr>
          <p:pic>
            <p:nvPicPr>
              <p:cNvPr id="207" name="图片 206">
                <a:extLst>
                  <a:ext uri="{FF2B5EF4-FFF2-40B4-BE49-F238E27FC236}">
                    <a16:creationId xmlns:a16="http://schemas.microsoft.com/office/drawing/2014/main" id="{2192191D-9DA6-485E-B542-D635D63E485E}"/>
                  </a:ext>
                </a:extLst>
              </p:cNvPr>
              <p:cNvPicPr>
                <a:picLocks/>
              </p:cNvPicPr>
              <p:nvPr/>
            </p:nvPicPr>
            <p:blipFill>
              <a:blip r:embed="rId9">
                <a:extLst>
                  <a:ext uri="{28A0092B-C50C-407E-A947-70E740481C1C}">
                    <a14:useLocalDpi xmlns:a14="http://schemas.microsoft.com/office/drawing/2010/main" val="0"/>
                  </a:ext>
                </a:extLst>
              </a:blip>
              <a:stretch>
                <a:fillRect/>
              </a:stretch>
            </p:blipFill>
            <p:spPr>
              <a:xfrm>
                <a:off x="4495319" y="1126573"/>
                <a:ext cx="360000" cy="720000"/>
              </a:xfrm>
              <a:prstGeom prst="rect">
                <a:avLst/>
              </a:prstGeom>
            </p:spPr>
          </p:pic>
          <p:sp>
            <p:nvSpPr>
              <p:cNvPr id="208" name="矩形 207">
                <a:extLst>
                  <a:ext uri="{FF2B5EF4-FFF2-40B4-BE49-F238E27FC236}">
                    <a16:creationId xmlns:a16="http://schemas.microsoft.com/office/drawing/2014/main" id="{FCE0DF3C-B3E7-4CFD-8135-A505AC4AB044}"/>
                  </a:ext>
                </a:extLst>
              </p:cNvPr>
              <p:cNvSpPr/>
              <p:nvPr/>
            </p:nvSpPr>
            <p:spPr>
              <a:xfrm>
                <a:off x="4486319" y="1117573"/>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a:extLst>
                <a:ext uri="{FF2B5EF4-FFF2-40B4-BE49-F238E27FC236}">
                  <a16:creationId xmlns:a16="http://schemas.microsoft.com/office/drawing/2014/main" id="{9E8B85D8-D1C4-454F-9BDF-971026B7664E}"/>
                </a:ext>
              </a:extLst>
            </p:cNvPr>
            <p:cNvGrpSpPr/>
            <p:nvPr/>
          </p:nvGrpSpPr>
          <p:grpSpPr>
            <a:xfrm>
              <a:off x="2808000" y="720910"/>
              <a:ext cx="378000" cy="738000"/>
              <a:chOff x="5442625" y="1117573"/>
              <a:chExt cx="378000" cy="738000"/>
            </a:xfrm>
          </p:grpSpPr>
          <p:pic>
            <p:nvPicPr>
              <p:cNvPr id="205" name="图片 204">
                <a:extLst>
                  <a:ext uri="{FF2B5EF4-FFF2-40B4-BE49-F238E27FC236}">
                    <a16:creationId xmlns:a16="http://schemas.microsoft.com/office/drawing/2014/main" id="{B8F33763-8702-4FFB-8D9C-3506C5D84133}"/>
                  </a:ext>
                </a:extLst>
              </p:cNvPr>
              <p:cNvPicPr>
                <a:picLocks/>
              </p:cNvPicPr>
              <p:nvPr/>
            </p:nvPicPr>
            <p:blipFill>
              <a:blip r:embed="rId10">
                <a:extLst>
                  <a:ext uri="{28A0092B-C50C-407E-A947-70E740481C1C}">
                    <a14:useLocalDpi xmlns:a14="http://schemas.microsoft.com/office/drawing/2010/main" val="0"/>
                  </a:ext>
                </a:extLst>
              </a:blip>
              <a:stretch>
                <a:fillRect/>
              </a:stretch>
            </p:blipFill>
            <p:spPr>
              <a:xfrm>
                <a:off x="5451625" y="1126573"/>
                <a:ext cx="360000" cy="720000"/>
              </a:xfrm>
              <a:prstGeom prst="rect">
                <a:avLst/>
              </a:prstGeom>
            </p:spPr>
          </p:pic>
          <p:sp>
            <p:nvSpPr>
              <p:cNvPr id="206" name="矩形 205">
                <a:extLst>
                  <a:ext uri="{FF2B5EF4-FFF2-40B4-BE49-F238E27FC236}">
                    <a16:creationId xmlns:a16="http://schemas.microsoft.com/office/drawing/2014/main" id="{D537C2F1-ABF7-43B6-8E90-F9FE05342750}"/>
                  </a:ext>
                </a:extLst>
              </p:cNvPr>
              <p:cNvSpPr/>
              <p:nvPr/>
            </p:nvSpPr>
            <p:spPr>
              <a:xfrm>
                <a:off x="5442625" y="1117573"/>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组合 34">
              <a:extLst>
                <a:ext uri="{FF2B5EF4-FFF2-40B4-BE49-F238E27FC236}">
                  <a16:creationId xmlns:a16="http://schemas.microsoft.com/office/drawing/2014/main" id="{1756B458-6DA0-4248-9582-0007C6BDBDC7}"/>
                </a:ext>
              </a:extLst>
            </p:cNvPr>
            <p:cNvGrpSpPr/>
            <p:nvPr/>
          </p:nvGrpSpPr>
          <p:grpSpPr>
            <a:xfrm>
              <a:off x="3240000" y="720910"/>
              <a:ext cx="378000" cy="738000"/>
              <a:chOff x="5913730" y="1117573"/>
              <a:chExt cx="378000" cy="738000"/>
            </a:xfrm>
          </p:grpSpPr>
          <p:pic>
            <p:nvPicPr>
              <p:cNvPr id="203" name="图片 202">
                <a:extLst>
                  <a:ext uri="{FF2B5EF4-FFF2-40B4-BE49-F238E27FC236}">
                    <a16:creationId xmlns:a16="http://schemas.microsoft.com/office/drawing/2014/main" id="{12B06CC6-6B97-4499-A7D2-C1804991E663}"/>
                  </a:ext>
                </a:extLst>
              </p:cNvPr>
              <p:cNvPicPr>
                <a:picLocks/>
              </p:cNvPicPr>
              <p:nvPr/>
            </p:nvPicPr>
            <p:blipFill>
              <a:blip r:embed="rId11">
                <a:extLst>
                  <a:ext uri="{28A0092B-C50C-407E-A947-70E740481C1C}">
                    <a14:useLocalDpi xmlns:a14="http://schemas.microsoft.com/office/drawing/2010/main" val="0"/>
                  </a:ext>
                </a:extLst>
              </a:blip>
              <a:stretch>
                <a:fillRect/>
              </a:stretch>
            </p:blipFill>
            <p:spPr>
              <a:xfrm>
                <a:off x="5922730" y="1126573"/>
                <a:ext cx="360000" cy="720000"/>
              </a:xfrm>
              <a:prstGeom prst="rect">
                <a:avLst/>
              </a:prstGeom>
            </p:spPr>
          </p:pic>
          <p:sp>
            <p:nvSpPr>
              <p:cNvPr id="204" name="矩形 203">
                <a:extLst>
                  <a:ext uri="{FF2B5EF4-FFF2-40B4-BE49-F238E27FC236}">
                    <a16:creationId xmlns:a16="http://schemas.microsoft.com/office/drawing/2014/main" id="{FD4512F0-3867-4F64-85B1-BA9A6B1D38BF}"/>
                  </a:ext>
                </a:extLst>
              </p:cNvPr>
              <p:cNvSpPr/>
              <p:nvPr/>
            </p:nvSpPr>
            <p:spPr>
              <a:xfrm>
                <a:off x="5913730" y="1117573"/>
                <a:ext cx="378000" cy="738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a:extLst>
                <a:ext uri="{FF2B5EF4-FFF2-40B4-BE49-F238E27FC236}">
                  <a16:creationId xmlns:a16="http://schemas.microsoft.com/office/drawing/2014/main" id="{DC96AA98-0061-4D19-BA40-04B8AD987744}"/>
                </a:ext>
              </a:extLst>
            </p:cNvPr>
            <p:cNvGrpSpPr/>
            <p:nvPr/>
          </p:nvGrpSpPr>
          <p:grpSpPr>
            <a:xfrm>
              <a:off x="3672000" y="720910"/>
              <a:ext cx="378000" cy="738000"/>
              <a:chOff x="6378275" y="1117573"/>
              <a:chExt cx="378000" cy="738000"/>
            </a:xfrm>
          </p:grpSpPr>
          <p:pic>
            <p:nvPicPr>
              <p:cNvPr id="201" name="图片 200">
                <a:extLst>
                  <a:ext uri="{FF2B5EF4-FFF2-40B4-BE49-F238E27FC236}">
                    <a16:creationId xmlns:a16="http://schemas.microsoft.com/office/drawing/2014/main" id="{19C9E3DB-1137-46C6-9E42-1CEFCDD975DB}"/>
                  </a:ext>
                </a:extLst>
              </p:cNvPr>
              <p:cNvPicPr>
                <a:picLocks/>
              </p:cNvPicPr>
              <p:nvPr/>
            </p:nvPicPr>
            <p:blipFill>
              <a:blip r:embed="rId12">
                <a:extLst>
                  <a:ext uri="{28A0092B-C50C-407E-A947-70E740481C1C}">
                    <a14:useLocalDpi xmlns:a14="http://schemas.microsoft.com/office/drawing/2010/main" val="0"/>
                  </a:ext>
                </a:extLst>
              </a:blip>
              <a:stretch>
                <a:fillRect/>
              </a:stretch>
            </p:blipFill>
            <p:spPr>
              <a:xfrm>
                <a:off x="6387275" y="1126573"/>
                <a:ext cx="360000" cy="720000"/>
              </a:xfrm>
              <a:prstGeom prst="rect">
                <a:avLst/>
              </a:prstGeom>
            </p:spPr>
          </p:pic>
          <p:sp>
            <p:nvSpPr>
              <p:cNvPr id="202" name="矩形 201">
                <a:extLst>
                  <a:ext uri="{FF2B5EF4-FFF2-40B4-BE49-F238E27FC236}">
                    <a16:creationId xmlns:a16="http://schemas.microsoft.com/office/drawing/2014/main" id="{8E389369-2191-4969-BB15-9FF152404F99}"/>
                  </a:ext>
                </a:extLst>
              </p:cNvPr>
              <p:cNvSpPr/>
              <p:nvPr/>
            </p:nvSpPr>
            <p:spPr>
              <a:xfrm>
                <a:off x="6378275" y="1117573"/>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a:extLst>
                <a:ext uri="{FF2B5EF4-FFF2-40B4-BE49-F238E27FC236}">
                  <a16:creationId xmlns:a16="http://schemas.microsoft.com/office/drawing/2014/main" id="{145FF51A-F84E-4284-9E9F-114C9C63089C}"/>
                </a:ext>
              </a:extLst>
            </p:cNvPr>
            <p:cNvGrpSpPr/>
            <p:nvPr/>
          </p:nvGrpSpPr>
          <p:grpSpPr>
            <a:xfrm>
              <a:off x="4536000" y="720910"/>
              <a:ext cx="378000" cy="738000"/>
              <a:chOff x="7425641" y="1117573"/>
              <a:chExt cx="378000" cy="738000"/>
            </a:xfrm>
          </p:grpSpPr>
          <p:pic>
            <p:nvPicPr>
              <p:cNvPr id="199" name="图片 198">
                <a:extLst>
                  <a:ext uri="{FF2B5EF4-FFF2-40B4-BE49-F238E27FC236}">
                    <a16:creationId xmlns:a16="http://schemas.microsoft.com/office/drawing/2014/main" id="{7712E526-6F47-434C-A429-897D68DA76CF}"/>
                  </a:ext>
                </a:extLst>
              </p:cNvPr>
              <p:cNvPicPr>
                <a:picLocks/>
              </p:cNvPicPr>
              <p:nvPr/>
            </p:nvPicPr>
            <p:blipFill>
              <a:blip r:embed="rId13">
                <a:extLst>
                  <a:ext uri="{28A0092B-C50C-407E-A947-70E740481C1C}">
                    <a14:useLocalDpi xmlns:a14="http://schemas.microsoft.com/office/drawing/2010/main" val="0"/>
                  </a:ext>
                </a:extLst>
              </a:blip>
              <a:stretch>
                <a:fillRect/>
              </a:stretch>
            </p:blipFill>
            <p:spPr>
              <a:xfrm>
                <a:off x="7434641" y="1126573"/>
                <a:ext cx="360000" cy="720000"/>
              </a:xfrm>
              <a:prstGeom prst="rect">
                <a:avLst/>
              </a:prstGeom>
            </p:spPr>
          </p:pic>
          <p:sp>
            <p:nvSpPr>
              <p:cNvPr id="200" name="矩形 199">
                <a:extLst>
                  <a:ext uri="{FF2B5EF4-FFF2-40B4-BE49-F238E27FC236}">
                    <a16:creationId xmlns:a16="http://schemas.microsoft.com/office/drawing/2014/main" id="{092F40CD-C4D1-45D7-8026-3F2BD6FACC09}"/>
                  </a:ext>
                </a:extLst>
              </p:cNvPr>
              <p:cNvSpPr/>
              <p:nvPr/>
            </p:nvSpPr>
            <p:spPr>
              <a:xfrm>
                <a:off x="7425641" y="1117573"/>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8" name="组合 37">
              <a:extLst>
                <a:ext uri="{FF2B5EF4-FFF2-40B4-BE49-F238E27FC236}">
                  <a16:creationId xmlns:a16="http://schemas.microsoft.com/office/drawing/2014/main" id="{60D1165C-4641-453D-B0BE-F7AD16022150}"/>
                </a:ext>
              </a:extLst>
            </p:cNvPr>
            <p:cNvGrpSpPr/>
            <p:nvPr/>
          </p:nvGrpSpPr>
          <p:grpSpPr>
            <a:xfrm>
              <a:off x="4968000" y="720910"/>
              <a:ext cx="378000" cy="738000"/>
              <a:chOff x="7870805" y="1117573"/>
              <a:chExt cx="378000" cy="738000"/>
            </a:xfrm>
          </p:grpSpPr>
          <p:pic>
            <p:nvPicPr>
              <p:cNvPr id="197" name="图片 196">
                <a:extLst>
                  <a:ext uri="{FF2B5EF4-FFF2-40B4-BE49-F238E27FC236}">
                    <a16:creationId xmlns:a16="http://schemas.microsoft.com/office/drawing/2014/main" id="{E0297374-3469-4DB3-B0D4-7AF59802B8E8}"/>
                  </a:ext>
                </a:extLst>
              </p:cNvPr>
              <p:cNvPicPr>
                <a:picLocks/>
              </p:cNvPicPr>
              <p:nvPr/>
            </p:nvPicPr>
            <p:blipFill>
              <a:blip r:embed="rId14">
                <a:extLst>
                  <a:ext uri="{28A0092B-C50C-407E-A947-70E740481C1C}">
                    <a14:useLocalDpi xmlns:a14="http://schemas.microsoft.com/office/drawing/2010/main" val="0"/>
                  </a:ext>
                </a:extLst>
              </a:blip>
              <a:stretch>
                <a:fillRect/>
              </a:stretch>
            </p:blipFill>
            <p:spPr>
              <a:xfrm>
                <a:off x="7879805" y="1126573"/>
                <a:ext cx="360000" cy="720000"/>
              </a:xfrm>
              <a:prstGeom prst="rect">
                <a:avLst/>
              </a:prstGeom>
            </p:spPr>
          </p:pic>
          <p:sp>
            <p:nvSpPr>
              <p:cNvPr id="198" name="矩形 197">
                <a:extLst>
                  <a:ext uri="{FF2B5EF4-FFF2-40B4-BE49-F238E27FC236}">
                    <a16:creationId xmlns:a16="http://schemas.microsoft.com/office/drawing/2014/main" id="{9C30B15D-23BD-4E12-831D-08FDEA813D3C}"/>
                  </a:ext>
                </a:extLst>
              </p:cNvPr>
              <p:cNvSpPr/>
              <p:nvPr/>
            </p:nvSpPr>
            <p:spPr>
              <a:xfrm>
                <a:off x="7870805" y="1117573"/>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9" name="组合 38">
              <a:extLst>
                <a:ext uri="{FF2B5EF4-FFF2-40B4-BE49-F238E27FC236}">
                  <a16:creationId xmlns:a16="http://schemas.microsoft.com/office/drawing/2014/main" id="{3377628B-ED90-4B20-9D3D-6DE684AB1766}"/>
                </a:ext>
              </a:extLst>
            </p:cNvPr>
            <p:cNvGrpSpPr/>
            <p:nvPr/>
          </p:nvGrpSpPr>
          <p:grpSpPr>
            <a:xfrm>
              <a:off x="4104000" y="720910"/>
              <a:ext cx="378000" cy="738000"/>
              <a:chOff x="6933741" y="1117573"/>
              <a:chExt cx="378000" cy="738000"/>
            </a:xfrm>
          </p:grpSpPr>
          <p:pic>
            <p:nvPicPr>
              <p:cNvPr id="195" name="图片 194">
                <a:extLst>
                  <a:ext uri="{FF2B5EF4-FFF2-40B4-BE49-F238E27FC236}">
                    <a16:creationId xmlns:a16="http://schemas.microsoft.com/office/drawing/2014/main" id="{FEBE1FC2-BF92-455C-BB7B-AEAD79ACADC1}"/>
                  </a:ext>
                </a:extLst>
              </p:cNvPr>
              <p:cNvPicPr>
                <a:picLocks/>
              </p:cNvPicPr>
              <p:nvPr/>
            </p:nvPicPr>
            <p:blipFill>
              <a:blip r:embed="rId15">
                <a:extLst>
                  <a:ext uri="{28A0092B-C50C-407E-A947-70E740481C1C}">
                    <a14:useLocalDpi xmlns:a14="http://schemas.microsoft.com/office/drawing/2010/main" val="0"/>
                  </a:ext>
                </a:extLst>
              </a:blip>
              <a:stretch>
                <a:fillRect/>
              </a:stretch>
            </p:blipFill>
            <p:spPr>
              <a:xfrm>
                <a:off x="6942741" y="1126573"/>
                <a:ext cx="360000" cy="720000"/>
              </a:xfrm>
              <a:prstGeom prst="rect">
                <a:avLst/>
              </a:prstGeom>
            </p:spPr>
          </p:pic>
          <p:sp>
            <p:nvSpPr>
              <p:cNvPr id="196" name="矩形 195">
                <a:extLst>
                  <a:ext uri="{FF2B5EF4-FFF2-40B4-BE49-F238E27FC236}">
                    <a16:creationId xmlns:a16="http://schemas.microsoft.com/office/drawing/2014/main" id="{993C362A-E870-4561-B7FA-F2D9650F531D}"/>
                  </a:ext>
                </a:extLst>
              </p:cNvPr>
              <p:cNvSpPr/>
              <p:nvPr/>
            </p:nvSpPr>
            <p:spPr>
              <a:xfrm>
                <a:off x="6933741" y="1117573"/>
                <a:ext cx="378000" cy="738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a:extLst>
                <a:ext uri="{FF2B5EF4-FFF2-40B4-BE49-F238E27FC236}">
                  <a16:creationId xmlns:a16="http://schemas.microsoft.com/office/drawing/2014/main" id="{4513B31D-BD7C-45E0-8EB0-BBC8D28EBFF6}"/>
                </a:ext>
              </a:extLst>
            </p:cNvPr>
            <p:cNvPicPr>
              <a:picLocks/>
            </p:cNvPicPr>
            <p:nvPr/>
          </p:nvPicPr>
          <p:blipFill>
            <a:blip r:embed="rId16">
              <a:extLst>
                <a:ext uri="{28A0092B-C50C-407E-A947-70E740481C1C}">
                  <a14:useLocalDpi xmlns:a14="http://schemas.microsoft.com/office/drawing/2010/main" val="0"/>
                </a:ext>
              </a:extLst>
            </a:blip>
            <a:stretch>
              <a:fillRect/>
            </a:stretch>
          </p:blipFill>
          <p:spPr>
            <a:xfrm>
              <a:off x="540000" y="4183354"/>
              <a:ext cx="360000" cy="720000"/>
            </a:xfrm>
            <a:prstGeom prst="rect">
              <a:avLst/>
            </a:prstGeom>
          </p:spPr>
        </p:pic>
        <p:grpSp>
          <p:nvGrpSpPr>
            <p:cNvPr id="41" name="组合 40">
              <a:extLst>
                <a:ext uri="{FF2B5EF4-FFF2-40B4-BE49-F238E27FC236}">
                  <a16:creationId xmlns:a16="http://schemas.microsoft.com/office/drawing/2014/main" id="{646EDE6F-75E4-421E-AF42-CE1DD5161667}"/>
                </a:ext>
              </a:extLst>
            </p:cNvPr>
            <p:cNvGrpSpPr/>
            <p:nvPr/>
          </p:nvGrpSpPr>
          <p:grpSpPr>
            <a:xfrm>
              <a:off x="4968000" y="4174354"/>
              <a:ext cx="378000" cy="738000"/>
              <a:chOff x="7839846" y="2097584"/>
              <a:chExt cx="378000" cy="738000"/>
            </a:xfrm>
          </p:grpSpPr>
          <p:pic>
            <p:nvPicPr>
              <p:cNvPr id="193" name="图片 192">
                <a:extLst>
                  <a:ext uri="{FF2B5EF4-FFF2-40B4-BE49-F238E27FC236}">
                    <a16:creationId xmlns:a16="http://schemas.microsoft.com/office/drawing/2014/main" id="{AFA17FDA-A76B-482C-9934-D9BF33C2D25B}"/>
                  </a:ext>
                </a:extLst>
              </p:cNvPr>
              <p:cNvPicPr>
                <a:picLocks/>
              </p:cNvPicPr>
              <p:nvPr/>
            </p:nvPicPr>
            <p:blipFill>
              <a:blip r:embed="rId17">
                <a:extLst>
                  <a:ext uri="{28A0092B-C50C-407E-A947-70E740481C1C}">
                    <a14:useLocalDpi xmlns:a14="http://schemas.microsoft.com/office/drawing/2010/main" val="0"/>
                  </a:ext>
                </a:extLst>
              </a:blip>
              <a:stretch>
                <a:fillRect/>
              </a:stretch>
            </p:blipFill>
            <p:spPr>
              <a:xfrm>
                <a:off x="7848846" y="2106584"/>
                <a:ext cx="360000" cy="720000"/>
              </a:xfrm>
              <a:prstGeom prst="rect">
                <a:avLst/>
              </a:prstGeom>
            </p:spPr>
          </p:pic>
          <p:sp>
            <p:nvSpPr>
              <p:cNvPr id="194" name="矩形 193">
                <a:extLst>
                  <a:ext uri="{FF2B5EF4-FFF2-40B4-BE49-F238E27FC236}">
                    <a16:creationId xmlns:a16="http://schemas.microsoft.com/office/drawing/2014/main" id="{A2689141-85B1-49A8-83AF-58355FA72ED8}"/>
                  </a:ext>
                </a:extLst>
              </p:cNvPr>
              <p:cNvSpPr/>
              <p:nvPr/>
            </p:nvSpPr>
            <p:spPr>
              <a:xfrm>
                <a:off x="7839846" y="209758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2" name="组合 41">
              <a:extLst>
                <a:ext uri="{FF2B5EF4-FFF2-40B4-BE49-F238E27FC236}">
                  <a16:creationId xmlns:a16="http://schemas.microsoft.com/office/drawing/2014/main" id="{635C8341-1EAF-4309-98A0-DEBC75D50AB0}"/>
                </a:ext>
              </a:extLst>
            </p:cNvPr>
            <p:cNvGrpSpPr/>
            <p:nvPr/>
          </p:nvGrpSpPr>
          <p:grpSpPr>
            <a:xfrm>
              <a:off x="2376000" y="4174354"/>
              <a:ext cx="378000" cy="738000"/>
              <a:chOff x="5043803" y="2097584"/>
              <a:chExt cx="378000" cy="738000"/>
            </a:xfrm>
          </p:grpSpPr>
          <p:pic>
            <p:nvPicPr>
              <p:cNvPr id="191" name="图片 190">
                <a:extLst>
                  <a:ext uri="{FF2B5EF4-FFF2-40B4-BE49-F238E27FC236}">
                    <a16:creationId xmlns:a16="http://schemas.microsoft.com/office/drawing/2014/main" id="{6AB4DD92-7163-4DD2-9140-2F289FE12F10}"/>
                  </a:ext>
                </a:extLst>
              </p:cNvPr>
              <p:cNvPicPr>
                <a:picLocks/>
              </p:cNvPicPr>
              <p:nvPr/>
            </p:nvPicPr>
            <p:blipFill>
              <a:blip r:embed="rId18">
                <a:extLst>
                  <a:ext uri="{28A0092B-C50C-407E-A947-70E740481C1C}">
                    <a14:useLocalDpi xmlns:a14="http://schemas.microsoft.com/office/drawing/2010/main" val="0"/>
                  </a:ext>
                </a:extLst>
              </a:blip>
              <a:stretch>
                <a:fillRect/>
              </a:stretch>
            </p:blipFill>
            <p:spPr>
              <a:xfrm>
                <a:off x="5052803" y="2106584"/>
                <a:ext cx="360000" cy="720000"/>
              </a:xfrm>
              <a:prstGeom prst="rect">
                <a:avLst/>
              </a:prstGeom>
            </p:spPr>
          </p:pic>
          <p:sp>
            <p:nvSpPr>
              <p:cNvPr id="192" name="矩形 191">
                <a:extLst>
                  <a:ext uri="{FF2B5EF4-FFF2-40B4-BE49-F238E27FC236}">
                    <a16:creationId xmlns:a16="http://schemas.microsoft.com/office/drawing/2014/main" id="{DC4DCC58-B45E-4C00-9E50-CC7826E046EB}"/>
                  </a:ext>
                </a:extLst>
              </p:cNvPr>
              <p:cNvSpPr/>
              <p:nvPr/>
            </p:nvSpPr>
            <p:spPr>
              <a:xfrm>
                <a:off x="5043803" y="209758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a:extLst>
                <a:ext uri="{FF2B5EF4-FFF2-40B4-BE49-F238E27FC236}">
                  <a16:creationId xmlns:a16="http://schemas.microsoft.com/office/drawing/2014/main" id="{0995799F-8D56-427E-AC75-71A7F677ED4E}"/>
                </a:ext>
              </a:extLst>
            </p:cNvPr>
            <p:cNvGrpSpPr/>
            <p:nvPr/>
          </p:nvGrpSpPr>
          <p:grpSpPr>
            <a:xfrm>
              <a:off x="1944000" y="4174354"/>
              <a:ext cx="378000" cy="738000"/>
              <a:chOff x="4548121" y="2097584"/>
              <a:chExt cx="378000" cy="738000"/>
            </a:xfrm>
          </p:grpSpPr>
          <p:pic>
            <p:nvPicPr>
              <p:cNvPr id="189" name="图片 188">
                <a:extLst>
                  <a:ext uri="{FF2B5EF4-FFF2-40B4-BE49-F238E27FC236}">
                    <a16:creationId xmlns:a16="http://schemas.microsoft.com/office/drawing/2014/main" id="{3F3BB88E-F2A5-4653-84BD-EAC10DF79EB8}"/>
                  </a:ext>
                </a:extLst>
              </p:cNvPr>
              <p:cNvPicPr>
                <a:picLocks/>
              </p:cNvPicPr>
              <p:nvPr/>
            </p:nvPicPr>
            <p:blipFill>
              <a:blip r:embed="rId19">
                <a:extLst>
                  <a:ext uri="{28A0092B-C50C-407E-A947-70E740481C1C}">
                    <a14:useLocalDpi xmlns:a14="http://schemas.microsoft.com/office/drawing/2010/main" val="0"/>
                  </a:ext>
                </a:extLst>
              </a:blip>
              <a:stretch>
                <a:fillRect/>
              </a:stretch>
            </p:blipFill>
            <p:spPr>
              <a:xfrm>
                <a:off x="4557121" y="2106584"/>
                <a:ext cx="360000" cy="720000"/>
              </a:xfrm>
              <a:prstGeom prst="rect">
                <a:avLst/>
              </a:prstGeom>
            </p:spPr>
          </p:pic>
          <p:sp>
            <p:nvSpPr>
              <p:cNvPr id="190" name="矩形 189">
                <a:extLst>
                  <a:ext uri="{FF2B5EF4-FFF2-40B4-BE49-F238E27FC236}">
                    <a16:creationId xmlns:a16="http://schemas.microsoft.com/office/drawing/2014/main" id="{C91B9F45-B41F-4DB6-B8EC-F667687F8298}"/>
                  </a:ext>
                </a:extLst>
              </p:cNvPr>
              <p:cNvSpPr/>
              <p:nvPr/>
            </p:nvSpPr>
            <p:spPr>
              <a:xfrm>
                <a:off x="4548121" y="209758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a:extLst>
                <a:ext uri="{FF2B5EF4-FFF2-40B4-BE49-F238E27FC236}">
                  <a16:creationId xmlns:a16="http://schemas.microsoft.com/office/drawing/2014/main" id="{FC67117D-9C8B-4012-B938-0991451A889C}"/>
                </a:ext>
              </a:extLst>
            </p:cNvPr>
            <p:cNvGrpSpPr/>
            <p:nvPr/>
          </p:nvGrpSpPr>
          <p:grpSpPr>
            <a:xfrm>
              <a:off x="1512000" y="4174354"/>
              <a:ext cx="378000" cy="738000"/>
              <a:chOff x="4073560" y="2097584"/>
              <a:chExt cx="378000" cy="738000"/>
            </a:xfrm>
          </p:grpSpPr>
          <p:pic>
            <p:nvPicPr>
              <p:cNvPr id="187" name="图片 186">
                <a:extLst>
                  <a:ext uri="{FF2B5EF4-FFF2-40B4-BE49-F238E27FC236}">
                    <a16:creationId xmlns:a16="http://schemas.microsoft.com/office/drawing/2014/main" id="{0143672E-93C6-48D3-B592-30D2B5A99315}"/>
                  </a:ext>
                </a:extLst>
              </p:cNvPr>
              <p:cNvPicPr>
                <a:picLocks/>
              </p:cNvPicPr>
              <p:nvPr/>
            </p:nvPicPr>
            <p:blipFill>
              <a:blip r:embed="rId20">
                <a:extLst>
                  <a:ext uri="{28A0092B-C50C-407E-A947-70E740481C1C}">
                    <a14:useLocalDpi xmlns:a14="http://schemas.microsoft.com/office/drawing/2010/main" val="0"/>
                  </a:ext>
                </a:extLst>
              </a:blip>
              <a:stretch>
                <a:fillRect/>
              </a:stretch>
            </p:blipFill>
            <p:spPr>
              <a:xfrm>
                <a:off x="4082560" y="2106584"/>
                <a:ext cx="360000" cy="720000"/>
              </a:xfrm>
              <a:prstGeom prst="rect">
                <a:avLst/>
              </a:prstGeom>
            </p:spPr>
          </p:pic>
          <p:sp>
            <p:nvSpPr>
              <p:cNvPr id="188" name="矩形 187">
                <a:extLst>
                  <a:ext uri="{FF2B5EF4-FFF2-40B4-BE49-F238E27FC236}">
                    <a16:creationId xmlns:a16="http://schemas.microsoft.com/office/drawing/2014/main" id="{DC73ADE2-8E11-4137-9CBF-10E694134751}"/>
                  </a:ext>
                </a:extLst>
              </p:cNvPr>
              <p:cNvSpPr/>
              <p:nvPr/>
            </p:nvSpPr>
            <p:spPr>
              <a:xfrm>
                <a:off x="4073560" y="209758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5" name="组合 44">
              <a:extLst>
                <a:ext uri="{FF2B5EF4-FFF2-40B4-BE49-F238E27FC236}">
                  <a16:creationId xmlns:a16="http://schemas.microsoft.com/office/drawing/2014/main" id="{09D10626-31DC-4CA2-BE8C-5C9B51AEC44B}"/>
                </a:ext>
              </a:extLst>
            </p:cNvPr>
            <p:cNvGrpSpPr/>
            <p:nvPr/>
          </p:nvGrpSpPr>
          <p:grpSpPr>
            <a:xfrm>
              <a:off x="1080000" y="4174354"/>
              <a:ext cx="378000" cy="738000"/>
              <a:chOff x="3552781" y="2097584"/>
              <a:chExt cx="378000" cy="738000"/>
            </a:xfrm>
          </p:grpSpPr>
          <p:pic>
            <p:nvPicPr>
              <p:cNvPr id="185" name="图片 184">
                <a:extLst>
                  <a:ext uri="{FF2B5EF4-FFF2-40B4-BE49-F238E27FC236}">
                    <a16:creationId xmlns:a16="http://schemas.microsoft.com/office/drawing/2014/main" id="{A96F570A-7FBF-4213-9FAF-964D5A55C5BE}"/>
                  </a:ext>
                </a:extLst>
              </p:cNvPr>
              <p:cNvPicPr>
                <a:picLocks/>
              </p:cNvPicPr>
              <p:nvPr/>
            </p:nvPicPr>
            <p:blipFill>
              <a:blip r:embed="rId21">
                <a:extLst>
                  <a:ext uri="{28A0092B-C50C-407E-A947-70E740481C1C}">
                    <a14:useLocalDpi xmlns:a14="http://schemas.microsoft.com/office/drawing/2010/main" val="0"/>
                  </a:ext>
                </a:extLst>
              </a:blip>
              <a:stretch>
                <a:fillRect/>
              </a:stretch>
            </p:blipFill>
            <p:spPr>
              <a:xfrm>
                <a:off x="3561781" y="2106584"/>
                <a:ext cx="360000" cy="720000"/>
              </a:xfrm>
              <a:prstGeom prst="rect">
                <a:avLst/>
              </a:prstGeom>
            </p:spPr>
          </p:pic>
          <p:sp>
            <p:nvSpPr>
              <p:cNvPr id="186" name="矩形 185">
                <a:extLst>
                  <a:ext uri="{FF2B5EF4-FFF2-40B4-BE49-F238E27FC236}">
                    <a16:creationId xmlns:a16="http://schemas.microsoft.com/office/drawing/2014/main" id="{3B0083EF-6CE5-4836-8E60-33EC22FEA536}"/>
                  </a:ext>
                </a:extLst>
              </p:cNvPr>
              <p:cNvSpPr/>
              <p:nvPr/>
            </p:nvSpPr>
            <p:spPr>
              <a:xfrm>
                <a:off x="3552781" y="209758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a:extLst>
                <a:ext uri="{FF2B5EF4-FFF2-40B4-BE49-F238E27FC236}">
                  <a16:creationId xmlns:a16="http://schemas.microsoft.com/office/drawing/2014/main" id="{738AB0A4-39E7-4A41-A6B7-8314DB6C506C}"/>
                </a:ext>
              </a:extLst>
            </p:cNvPr>
            <p:cNvGrpSpPr/>
            <p:nvPr/>
          </p:nvGrpSpPr>
          <p:grpSpPr>
            <a:xfrm>
              <a:off x="2808000" y="4174354"/>
              <a:ext cx="378000" cy="738000"/>
              <a:chOff x="5520536" y="2097584"/>
              <a:chExt cx="378000" cy="738000"/>
            </a:xfrm>
          </p:grpSpPr>
          <p:pic>
            <p:nvPicPr>
              <p:cNvPr id="183" name="图片 182">
                <a:extLst>
                  <a:ext uri="{FF2B5EF4-FFF2-40B4-BE49-F238E27FC236}">
                    <a16:creationId xmlns:a16="http://schemas.microsoft.com/office/drawing/2014/main" id="{D458BFD6-3492-4319-A6FE-CBAD6844845C}"/>
                  </a:ext>
                </a:extLst>
              </p:cNvPr>
              <p:cNvPicPr>
                <a:picLocks/>
              </p:cNvPicPr>
              <p:nvPr/>
            </p:nvPicPr>
            <p:blipFill>
              <a:blip r:embed="rId22">
                <a:extLst>
                  <a:ext uri="{28A0092B-C50C-407E-A947-70E740481C1C}">
                    <a14:useLocalDpi xmlns:a14="http://schemas.microsoft.com/office/drawing/2010/main" val="0"/>
                  </a:ext>
                </a:extLst>
              </a:blip>
              <a:stretch>
                <a:fillRect/>
              </a:stretch>
            </p:blipFill>
            <p:spPr>
              <a:xfrm>
                <a:off x="5529536" y="2106584"/>
                <a:ext cx="360000" cy="720000"/>
              </a:xfrm>
              <a:prstGeom prst="rect">
                <a:avLst/>
              </a:prstGeom>
            </p:spPr>
          </p:pic>
          <p:sp>
            <p:nvSpPr>
              <p:cNvPr id="184" name="矩形 183">
                <a:extLst>
                  <a:ext uri="{FF2B5EF4-FFF2-40B4-BE49-F238E27FC236}">
                    <a16:creationId xmlns:a16="http://schemas.microsoft.com/office/drawing/2014/main" id="{02D1D22E-EAD8-4C87-92FE-FDB2EC6FD111}"/>
                  </a:ext>
                </a:extLst>
              </p:cNvPr>
              <p:cNvSpPr/>
              <p:nvPr/>
            </p:nvSpPr>
            <p:spPr>
              <a:xfrm>
                <a:off x="5520536" y="209758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a:extLst>
                <a:ext uri="{FF2B5EF4-FFF2-40B4-BE49-F238E27FC236}">
                  <a16:creationId xmlns:a16="http://schemas.microsoft.com/office/drawing/2014/main" id="{D14EDEDC-39C1-4043-B304-B62A721CA32C}"/>
                </a:ext>
              </a:extLst>
            </p:cNvPr>
            <p:cNvGrpSpPr/>
            <p:nvPr/>
          </p:nvGrpSpPr>
          <p:grpSpPr>
            <a:xfrm>
              <a:off x="4536000" y="4174354"/>
              <a:ext cx="378000" cy="738000"/>
              <a:chOff x="7387226" y="2097584"/>
              <a:chExt cx="378000" cy="738000"/>
            </a:xfrm>
          </p:grpSpPr>
          <p:pic>
            <p:nvPicPr>
              <p:cNvPr id="181" name="图片 180">
                <a:extLst>
                  <a:ext uri="{FF2B5EF4-FFF2-40B4-BE49-F238E27FC236}">
                    <a16:creationId xmlns:a16="http://schemas.microsoft.com/office/drawing/2014/main" id="{F36500E4-0AAA-49D9-AE64-BAE73455A2BD}"/>
                  </a:ext>
                </a:extLst>
              </p:cNvPr>
              <p:cNvPicPr>
                <a:picLocks/>
              </p:cNvPicPr>
              <p:nvPr/>
            </p:nvPicPr>
            <p:blipFill>
              <a:blip r:embed="rId23">
                <a:extLst>
                  <a:ext uri="{28A0092B-C50C-407E-A947-70E740481C1C}">
                    <a14:useLocalDpi xmlns:a14="http://schemas.microsoft.com/office/drawing/2010/main" val="0"/>
                  </a:ext>
                </a:extLst>
              </a:blip>
              <a:stretch>
                <a:fillRect/>
              </a:stretch>
            </p:blipFill>
            <p:spPr>
              <a:xfrm>
                <a:off x="7396226" y="2106584"/>
                <a:ext cx="360000" cy="720000"/>
              </a:xfrm>
              <a:prstGeom prst="rect">
                <a:avLst/>
              </a:prstGeom>
            </p:spPr>
          </p:pic>
          <p:sp>
            <p:nvSpPr>
              <p:cNvPr id="182" name="矩形 181">
                <a:extLst>
                  <a:ext uri="{FF2B5EF4-FFF2-40B4-BE49-F238E27FC236}">
                    <a16:creationId xmlns:a16="http://schemas.microsoft.com/office/drawing/2014/main" id="{7943F747-D29C-42E7-B160-2EF8781C9A2F}"/>
                  </a:ext>
                </a:extLst>
              </p:cNvPr>
              <p:cNvSpPr/>
              <p:nvPr/>
            </p:nvSpPr>
            <p:spPr>
              <a:xfrm>
                <a:off x="7387226" y="209758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a:extLst>
                <a:ext uri="{FF2B5EF4-FFF2-40B4-BE49-F238E27FC236}">
                  <a16:creationId xmlns:a16="http://schemas.microsoft.com/office/drawing/2014/main" id="{623E5C46-D94C-4EDB-BEF4-38856E83326F}"/>
                </a:ext>
              </a:extLst>
            </p:cNvPr>
            <p:cNvGrpSpPr/>
            <p:nvPr/>
          </p:nvGrpSpPr>
          <p:grpSpPr>
            <a:xfrm>
              <a:off x="3240000" y="4174354"/>
              <a:ext cx="378000" cy="738000"/>
              <a:chOff x="5997501" y="2097584"/>
              <a:chExt cx="378000" cy="738000"/>
            </a:xfrm>
          </p:grpSpPr>
          <p:pic>
            <p:nvPicPr>
              <p:cNvPr id="179" name="图片 178">
                <a:extLst>
                  <a:ext uri="{FF2B5EF4-FFF2-40B4-BE49-F238E27FC236}">
                    <a16:creationId xmlns:a16="http://schemas.microsoft.com/office/drawing/2014/main" id="{5173A874-BD4C-4F65-BB6F-2DC9F77B2095}"/>
                  </a:ext>
                </a:extLst>
              </p:cNvPr>
              <p:cNvPicPr>
                <a:picLocks/>
              </p:cNvPicPr>
              <p:nvPr/>
            </p:nvPicPr>
            <p:blipFill>
              <a:blip r:embed="rId24">
                <a:extLst>
                  <a:ext uri="{28A0092B-C50C-407E-A947-70E740481C1C}">
                    <a14:useLocalDpi xmlns:a14="http://schemas.microsoft.com/office/drawing/2010/main" val="0"/>
                  </a:ext>
                </a:extLst>
              </a:blip>
              <a:stretch>
                <a:fillRect/>
              </a:stretch>
            </p:blipFill>
            <p:spPr>
              <a:xfrm>
                <a:off x="6006501" y="2106584"/>
                <a:ext cx="360000" cy="720000"/>
              </a:xfrm>
              <a:prstGeom prst="rect">
                <a:avLst/>
              </a:prstGeom>
            </p:spPr>
          </p:pic>
          <p:sp>
            <p:nvSpPr>
              <p:cNvPr id="180" name="矩形 179">
                <a:extLst>
                  <a:ext uri="{FF2B5EF4-FFF2-40B4-BE49-F238E27FC236}">
                    <a16:creationId xmlns:a16="http://schemas.microsoft.com/office/drawing/2014/main" id="{1BAC3FC5-1341-44A8-8962-410F0203465E}"/>
                  </a:ext>
                </a:extLst>
              </p:cNvPr>
              <p:cNvSpPr/>
              <p:nvPr/>
            </p:nvSpPr>
            <p:spPr>
              <a:xfrm>
                <a:off x="5997501" y="209758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组合 48">
              <a:extLst>
                <a:ext uri="{FF2B5EF4-FFF2-40B4-BE49-F238E27FC236}">
                  <a16:creationId xmlns:a16="http://schemas.microsoft.com/office/drawing/2014/main" id="{13FF682F-3AA3-43F8-99B8-789CEB63C870}"/>
                </a:ext>
              </a:extLst>
            </p:cNvPr>
            <p:cNvGrpSpPr/>
            <p:nvPr/>
          </p:nvGrpSpPr>
          <p:grpSpPr>
            <a:xfrm>
              <a:off x="3672000" y="4174354"/>
              <a:ext cx="378000" cy="738000"/>
              <a:chOff x="6463224" y="2097584"/>
              <a:chExt cx="378000" cy="738000"/>
            </a:xfrm>
          </p:grpSpPr>
          <p:pic>
            <p:nvPicPr>
              <p:cNvPr id="177" name="图片 176">
                <a:extLst>
                  <a:ext uri="{FF2B5EF4-FFF2-40B4-BE49-F238E27FC236}">
                    <a16:creationId xmlns:a16="http://schemas.microsoft.com/office/drawing/2014/main" id="{1B557513-C1F1-4752-995F-9286CBAC5708}"/>
                  </a:ext>
                </a:extLst>
              </p:cNvPr>
              <p:cNvPicPr>
                <a:picLocks/>
              </p:cNvPicPr>
              <p:nvPr/>
            </p:nvPicPr>
            <p:blipFill>
              <a:blip r:embed="rId25">
                <a:extLst>
                  <a:ext uri="{28A0092B-C50C-407E-A947-70E740481C1C}">
                    <a14:useLocalDpi xmlns:a14="http://schemas.microsoft.com/office/drawing/2010/main" val="0"/>
                  </a:ext>
                </a:extLst>
              </a:blip>
              <a:stretch>
                <a:fillRect/>
              </a:stretch>
            </p:blipFill>
            <p:spPr>
              <a:xfrm>
                <a:off x="6472224" y="2106584"/>
                <a:ext cx="360000" cy="720000"/>
              </a:xfrm>
              <a:prstGeom prst="rect">
                <a:avLst/>
              </a:prstGeom>
            </p:spPr>
          </p:pic>
          <p:sp>
            <p:nvSpPr>
              <p:cNvPr id="178" name="矩形 177">
                <a:extLst>
                  <a:ext uri="{FF2B5EF4-FFF2-40B4-BE49-F238E27FC236}">
                    <a16:creationId xmlns:a16="http://schemas.microsoft.com/office/drawing/2014/main" id="{AF43C052-D0CD-46B6-A3FF-11D6CDD359AF}"/>
                  </a:ext>
                </a:extLst>
              </p:cNvPr>
              <p:cNvSpPr/>
              <p:nvPr/>
            </p:nvSpPr>
            <p:spPr>
              <a:xfrm>
                <a:off x="6463224" y="209758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a:extLst>
                <a:ext uri="{FF2B5EF4-FFF2-40B4-BE49-F238E27FC236}">
                  <a16:creationId xmlns:a16="http://schemas.microsoft.com/office/drawing/2014/main" id="{0CE72040-5B81-4CE1-B0BB-291057AB0335}"/>
                </a:ext>
              </a:extLst>
            </p:cNvPr>
            <p:cNvGrpSpPr/>
            <p:nvPr/>
          </p:nvGrpSpPr>
          <p:grpSpPr>
            <a:xfrm>
              <a:off x="4104000" y="4174354"/>
              <a:ext cx="378000" cy="738000"/>
              <a:chOff x="6940814" y="2097584"/>
              <a:chExt cx="378000" cy="738000"/>
            </a:xfrm>
          </p:grpSpPr>
          <p:pic>
            <p:nvPicPr>
              <p:cNvPr id="175" name="图片 174">
                <a:extLst>
                  <a:ext uri="{FF2B5EF4-FFF2-40B4-BE49-F238E27FC236}">
                    <a16:creationId xmlns:a16="http://schemas.microsoft.com/office/drawing/2014/main" id="{6F2D7A3C-4F97-41AC-BC22-C2B57D6648D7}"/>
                  </a:ext>
                </a:extLst>
              </p:cNvPr>
              <p:cNvPicPr>
                <a:picLocks/>
              </p:cNvPicPr>
              <p:nvPr/>
            </p:nvPicPr>
            <p:blipFill>
              <a:blip r:embed="rId26">
                <a:extLst>
                  <a:ext uri="{28A0092B-C50C-407E-A947-70E740481C1C}">
                    <a14:useLocalDpi xmlns:a14="http://schemas.microsoft.com/office/drawing/2010/main" val="0"/>
                  </a:ext>
                </a:extLst>
              </a:blip>
              <a:stretch>
                <a:fillRect/>
              </a:stretch>
            </p:blipFill>
            <p:spPr>
              <a:xfrm>
                <a:off x="6949814" y="2106584"/>
                <a:ext cx="360000" cy="720000"/>
              </a:xfrm>
              <a:prstGeom prst="rect">
                <a:avLst/>
              </a:prstGeom>
            </p:spPr>
          </p:pic>
          <p:sp>
            <p:nvSpPr>
              <p:cNvPr id="176" name="矩形 175">
                <a:extLst>
                  <a:ext uri="{FF2B5EF4-FFF2-40B4-BE49-F238E27FC236}">
                    <a16:creationId xmlns:a16="http://schemas.microsoft.com/office/drawing/2014/main" id="{86C95AFA-1182-43DC-8188-BDB1EE7DB9A8}"/>
                  </a:ext>
                </a:extLst>
              </p:cNvPr>
              <p:cNvSpPr/>
              <p:nvPr/>
            </p:nvSpPr>
            <p:spPr>
              <a:xfrm>
                <a:off x="6940814" y="209758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1" name="图片 50">
              <a:extLst>
                <a:ext uri="{FF2B5EF4-FFF2-40B4-BE49-F238E27FC236}">
                  <a16:creationId xmlns:a16="http://schemas.microsoft.com/office/drawing/2014/main" id="{A919ACFB-BD98-49B8-A364-512069BA8F26}"/>
                </a:ext>
              </a:extLst>
            </p:cNvPr>
            <p:cNvPicPr>
              <a:picLocks/>
            </p:cNvPicPr>
            <p:nvPr/>
          </p:nvPicPr>
          <p:blipFill>
            <a:blip r:embed="rId27">
              <a:extLst>
                <a:ext uri="{28A0092B-C50C-407E-A947-70E740481C1C}">
                  <a14:useLocalDpi xmlns:a14="http://schemas.microsoft.com/office/drawing/2010/main" val="0"/>
                </a:ext>
              </a:extLst>
            </a:blip>
            <a:stretch>
              <a:fillRect/>
            </a:stretch>
          </p:blipFill>
          <p:spPr>
            <a:xfrm>
              <a:off x="540000" y="3321517"/>
              <a:ext cx="360000" cy="720000"/>
            </a:xfrm>
            <a:prstGeom prst="rect">
              <a:avLst/>
            </a:prstGeom>
          </p:spPr>
        </p:pic>
        <p:grpSp>
          <p:nvGrpSpPr>
            <p:cNvPr id="52" name="组合 51">
              <a:extLst>
                <a:ext uri="{FF2B5EF4-FFF2-40B4-BE49-F238E27FC236}">
                  <a16:creationId xmlns:a16="http://schemas.microsoft.com/office/drawing/2014/main" id="{3AAA4B60-1E51-4F99-81F0-03776F17CCEF}"/>
                </a:ext>
              </a:extLst>
            </p:cNvPr>
            <p:cNvGrpSpPr/>
            <p:nvPr/>
          </p:nvGrpSpPr>
          <p:grpSpPr>
            <a:xfrm>
              <a:off x="4968000" y="3312517"/>
              <a:ext cx="378000" cy="738000"/>
              <a:chOff x="7934867" y="3159041"/>
              <a:chExt cx="378000" cy="738000"/>
            </a:xfrm>
          </p:grpSpPr>
          <p:pic>
            <p:nvPicPr>
              <p:cNvPr id="173" name="图片 172">
                <a:extLst>
                  <a:ext uri="{FF2B5EF4-FFF2-40B4-BE49-F238E27FC236}">
                    <a16:creationId xmlns:a16="http://schemas.microsoft.com/office/drawing/2014/main" id="{6CA43A81-2394-4FD1-ABE6-9742029D2B99}"/>
                  </a:ext>
                </a:extLst>
              </p:cNvPr>
              <p:cNvPicPr>
                <a:picLocks/>
              </p:cNvPicPr>
              <p:nvPr/>
            </p:nvPicPr>
            <p:blipFill>
              <a:blip r:embed="rId28">
                <a:extLst>
                  <a:ext uri="{28A0092B-C50C-407E-A947-70E740481C1C}">
                    <a14:useLocalDpi xmlns:a14="http://schemas.microsoft.com/office/drawing/2010/main" val="0"/>
                  </a:ext>
                </a:extLst>
              </a:blip>
              <a:stretch>
                <a:fillRect/>
              </a:stretch>
            </p:blipFill>
            <p:spPr>
              <a:xfrm>
                <a:off x="7943867" y="3168041"/>
                <a:ext cx="360000" cy="720000"/>
              </a:xfrm>
              <a:prstGeom prst="rect">
                <a:avLst/>
              </a:prstGeom>
            </p:spPr>
          </p:pic>
          <p:sp>
            <p:nvSpPr>
              <p:cNvPr id="174" name="矩形 173">
                <a:extLst>
                  <a:ext uri="{FF2B5EF4-FFF2-40B4-BE49-F238E27FC236}">
                    <a16:creationId xmlns:a16="http://schemas.microsoft.com/office/drawing/2014/main" id="{17B89543-5E65-4489-89FA-CA5807A9E43B}"/>
                  </a:ext>
                </a:extLst>
              </p:cNvPr>
              <p:cNvSpPr/>
              <p:nvPr/>
            </p:nvSpPr>
            <p:spPr>
              <a:xfrm>
                <a:off x="7934867" y="315904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3" name="组合 52">
              <a:extLst>
                <a:ext uri="{FF2B5EF4-FFF2-40B4-BE49-F238E27FC236}">
                  <a16:creationId xmlns:a16="http://schemas.microsoft.com/office/drawing/2014/main" id="{159B33A8-439D-4BCD-83F4-52D4576676F3}"/>
                </a:ext>
              </a:extLst>
            </p:cNvPr>
            <p:cNvGrpSpPr/>
            <p:nvPr/>
          </p:nvGrpSpPr>
          <p:grpSpPr>
            <a:xfrm>
              <a:off x="2376000" y="3312517"/>
              <a:ext cx="378000" cy="738000"/>
              <a:chOff x="5141932" y="3159041"/>
              <a:chExt cx="378000" cy="738000"/>
            </a:xfrm>
          </p:grpSpPr>
          <p:pic>
            <p:nvPicPr>
              <p:cNvPr id="171" name="图片 170">
                <a:extLst>
                  <a:ext uri="{FF2B5EF4-FFF2-40B4-BE49-F238E27FC236}">
                    <a16:creationId xmlns:a16="http://schemas.microsoft.com/office/drawing/2014/main" id="{84CC1123-5A5F-4BA0-B551-C2383195DF14}"/>
                  </a:ext>
                </a:extLst>
              </p:cNvPr>
              <p:cNvPicPr>
                <a:picLocks/>
              </p:cNvPicPr>
              <p:nvPr/>
            </p:nvPicPr>
            <p:blipFill>
              <a:blip r:embed="rId29">
                <a:extLst>
                  <a:ext uri="{28A0092B-C50C-407E-A947-70E740481C1C}">
                    <a14:useLocalDpi xmlns:a14="http://schemas.microsoft.com/office/drawing/2010/main" val="0"/>
                  </a:ext>
                </a:extLst>
              </a:blip>
              <a:stretch>
                <a:fillRect/>
              </a:stretch>
            </p:blipFill>
            <p:spPr>
              <a:xfrm>
                <a:off x="5150932" y="3168041"/>
                <a:ext cx="360000" cy="720000"/>
              </a:xfrm>
              <a:prstGeom prst="rect">
                <a:avLst/>
              </a:prstGeom>
            </p:spPr>
          </p:pic>
          <p:sp>
            <p:nvSpPr>
              <p:cNvPr id="172" name="矩形 171">
                <a:extLst>
                  <a:ext uri="{FF2B5EF4-FFF2-40B4-BE49-F238E27FC236}">
                    <a16:creationId xmlns:a16="http://schemas.microsoft.com/office/drawing/2014/main" id="{47D612EE-1773-47BD-B73B-615CC7BFC947}"/>
                  </a:ext>
                </a:extLst>
              </p:cNvPr>
              <p:cNvSpPr/>
              <p:nvPr/>
            </p:nvSpPr>
            <p:spPr>
              <a:xfrm>
                <a:off x="5141932" y="315904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4" name="组合 53">
              <a:extLst>
                <a:ext uri="{FF2B5EF4-FFF2-40B4-BE49-F238E27FC236}">
                  <a16:creationId xmlns:a16="http://schemas.microsoft.com/office/drawing/2014/main" id="{99236122-C665-47FB-BDAD-5BBD3FECD9DB}"/>
                </a:ext>
              </a:extLst>
            </p:cNvPr>
            <p:cNvGrpSpPr/>
            <p:nvPr/>
          </p:nvGrpSpPr>
          <p:grpSpPr>
            <a:xfrm>
              <a:off x="1944000" y="3312517"/>
              <a:ext cx="378000" cy="738000"/>
              <a:chOff x="4649503" y="3159041"/>
              <a:chExt cx="378000" cy="738000"/>
            </a:xfrm>
          </p:grpSpPr>
          <p:pic>
            <p:nvPicPr>
              <p:cNvPr id="169" name="图片 168">
                <a:extLst>
                  <a:ext uri="{FF2B5EF4-FFF2-40B4-BE49-F238E27FC236}">
                    <a16:creationId xmlns:a16="http://schemas.microsoft.com/office/drawing/2014/main" id="{0EC20A7C-9D3C-4244-8CB0-661B63BF7E58}"/>
                  </a:ext>
                </a:extLst>
              </p:cNvPr>
              <p:cNvPicPr>
                <a:picLocks/>
              </p:cNvPicPr>
              <p:nvPr/>
            </p:nvPicPr>
            <p:blipFill>
              <a:blip r:embed="rId30">
                <a:extLst>
                  <a:ext uri="{28A0092B-C50C-407E-A947-70E740481C1C}">
                    <a14:useLocalDpi xmlns:a14="http://schemas.microsoft.com/office/drawing/2010/main" val="0"/>
                  </a:ext>
                </a:extLst>
              </a:blip>
              <a:stretch>
                <a:fillRect/>
              </a:stretch>
            </p:blipFill>
            <p:spPr>
              <a:xfrm>
                <a:off x="4658503" y="3168041"/>
                <a:ext cx="360000" cy="720000"/>
              </a:xfrm>
              <a:prstGeom prst="rect">
                <a:avLst/>
              </a:prstGeom>
            </p:spPr>
          </p:pic>
          <p:sp>
            <p:nvSpPr>
              <p:cNvPr id="170" name="矩形 169">
                <a:extLst>
                  <a:ext uri="{FF2B5EF4-FFF2-40B4-BE49-F238E27FC236}">
                    <a16:creationId xmlns:a16="http://schemas.microsoft.com/office/drawing/2014/main" id="{7A7B801A-84FC-4CF4-B11D-9436D579AFB9}"/>
                  </a:ext>
                </a:extLst>
              </p:cNvPr>
              <p:cNvSpPr/>
              <p:nvPr/>
            </p:nvSpPr>
            <p:spPr>
              <a:xfrm>
                <a:off x="4649503" y="315904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 name="组合 54">
              <a:extLst>
                <a:ext uri="{FF2B5EF4-FFF2-40B4-BE49-F238E27FC236}">
                  <a16:creationId xmlns:a16="http://schemas.microsoft.com/office/drawing/2014/main" id="{496F91A2-5A26-49D0-B7A4-73FD373E164D}"/>
                </a:ext>
              </a:extLst>
            </p:cNvPr>
            <p:cNvGrpSpPr/>
            <p:nvPr/>
          </p:nvGrpSpPr>
          <p:grpSpPr>
            <a:xfrm>
              <a:off x="1512000" y="3312517"/>
              <a:ext cx="378000" cy="738000"/>
              <a:chOff x="4174942" y="3159041"/>
              <a:chExt cx="378000" cy="738000"/>
            </a:xfrm>
          </p:grpSpPr>
          <p:pic>
            <p:nvPicPr>
              <p:cNvPr id="167" name="图片 166">
                <a:extLst>
                  <a:ext uri="{FF2B5EF4-FFF2-40B4-BE49-F238E27FC236}">
                    <a16:creationId xmlns:a16="http://schemas.microsoft.com/office/drawing/2014/main" id="{A2DCDFFC-681A-450A-A181-A21474C85CF4}"/>
                  </a:ext>
                </a:extLst>
              </p:cNvPr>
              <p:cNvPicPr>
                <a:picLocks/>
              </p:cNvPicPr>
              <p:nvPr/>
            </p:nvPicPr>
            <p:blipFill>
              <a:blip r:embed="rId31">
                <a:extLst>
                  <a:ext uri="{28A0092B-C50C-407E-A947-70E740481C1C}">
                    <a14:useLocalDpi xmlns:a14="http://schemas.microsoft.com/office/drawing/2010/main" val="0"/>
                  </a:ext>
                </a:extLst>
              </a:blip>
              <a:stretch>
                <a:fillRect/>
              </a:stretch>
            </p:blipFill>
            <p:spPr>
              <a:xfrm>
                <a:off x="4183942" y="3168041"/>
                <a:ext cx="360000" cy="720000"/>
              </a:xfrm>
              <a:prstGeom prst="rect">
                <a:avLst/>
              </a:prstGeom>
            </p:spPr>
          </p:pic>
          <p:sp>
            <p:nvSpPr>
              <p:cNvPr id="168" name="矩形 167">
                <a:extLst>
                  <a:ext uri="{FF2B5EF4-FFF2-40B4-BE49-F238E27FC236}">
                    <a16:creationId xmlns:a16="http://schemas.microsoft.com/office/drawing/2014/main" id="{8903974E-5BFD-4FF0-9E05-84782778D87C}"/>
                  </a:ext>
                </a:extLst>
              </p:cNvPr>
              <p:cNvSpPr/>
              <p:nvPr/>
            </p:nvSpPr>
            <p:spPr>
              <a:xfrm>
                <a:off x="4174942" y="315904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6" name="组合 55">
              <a:extLst>
                <a:ext uri="{FF2B5EF4-FFF2-40B4-BE49-F238E27FC236}">
                  <a16:creationId xmlns:a16="http://schemas.microsoft.com/office/drawing/2014/main" id="{2AD3C2CA-6CBB-4CBE-8C90-EBAAFC672E04}"/>
                </a:ext>
              </a:extLst>
            </p:cNvPr>
            <p:cNvGrpSpPr/>
            <p:nvPr/>
          </p:nvGrpSpPr>
          <p:grpSpPr>
            <a:xfrm>
              <a:off x="1080000" y="3312517"/>
              <a:ext cx="378000" cy="738000"/>
              <a:chOff x="3655267" y="3159041"/>
              <a:chExt cx="378000" cy="738000"/>
            </a:xfrm>
          </p:grpSpPr>
          <p:pic>
            <p:nvPicPr>
              <p:cNvPr id="165" name="图片 164">
                <a:extLst>
                  <a:ext uri="{FF2B5EF4-FFF2-40B4-BE49-F238E27FC236}">
                    <a16:creationId xmlns:a16="http://schemas.microsoft.com/office/drawing/2014/main" id="{28429EDD-84F0-4E78-88FB-8F489E9381EA}"/>
                  </a:ext>
                </a:extLst>
              </p:cNvPr>
              <p:cNvPicPr>
                <a:picLocks/>
              </p:cNvPicPr>
              <p:nvPr/>
            </p:nvPicPr>
            <p:blipFill>
              <a:blip r:embed="rId32">
                <a:extLst>
                  <a:ext uri="{28A0092B-C50C-407E-A947-70E740481C1C}">
                    <a14:useLocalDpi xmlns:a14="http://schemas.microsoft.com/office/drawing/2010/main" val="0"/>
                  </a:ext>
                </a:extLst>
              </a:blip>
              <a:stretch>
                <a:fillRect/>
              </a:stretch>
            </p:blipFill>
            <p:spPr>
              <a:xfrm>
                <a:off x="3664267" y="3168041"/>
                <a:ext cx="360000" cy="720000"/>
              </a:xfrm>
              <a:prstGeom prst="rect">
                <a:avLst/>
              </a:prstGeom>
            </p:spPr>
          </p:pic>
          <p:sp>
            <p:nvSpPr>
              <p:cNvPr id="166" name="矩形 165">
                <a:extLst>
                  <a:ext uri="{FF2B5EF4-FFF2-40B4-BE49-F238E27FC236}">
                    <a16:creationId xmlns:a16="http://schemas.microsoft.com/office/drawing/2014/main" id="{0EA740C8-58F9-4C51-A683-36E298654AB5}"/>
                  </a:ext>
                </a:extLst>
              </p:cNvPr>
              <p:cNvSpPr/>
              <p:nvPr/>
            </p:nvSpPr>
            <p:spPr>
              <a:xfrm>
                <a:off x="3655267" y="315904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7" name="组合 56">
              <a:extLst>
                <a:ext uri="{FF2B5EF4-FFF2-40B4-BE49-F238E27FC236}">
                  <a16:creationId xmlns:a16="http://schemas.microsoft.com/office/drawing/2014/main" id="{DC38DECB-F112-4BEF-B0D0-25C5B61F78A1}"/>
                </a:ext>
              </a:extLst>
            </p:cNvPr>
            <p:cNvGrpSpPr/>
            <p:nvPr/>
          </p:nvGrpSpPr>
          <p:grpSpPr>
            <a:xfrm>
              <a:off x="2808000" y="3312517"/>
              <a:ext cx="378000" cy="738000"/>
              <a:chOff x="5608970" y="3159041"/>
              <a:chExt cx="378000" cy="738000"/>
            </a:xfrm>
          </p:grpSpPr>
          <p:pic>
            <p:nvPicPr>
              <p:cNvPr id="163" name="图片 162">
                <a:extLst>
                  <a:ext uri="{FF2B5EF4-FFF2-40B4-BE49-F238E27FC236}">
                    <a16:creationId xmlns:a16="http://schemas.microsoft.com/office/drawing/2014/main" id="{F0A1C5BC-2E1C-4C15-9A01-04B4D6D8F07F}"/>
                  </a:ext>
                </a:extLst>
              </p:cNvPr>
              <p:cNvPicPr>
                <a:picLocks/>
              </p:cNvPicPr>
              <p:nvPr/>
            </p:nvPicPr>
            <p:blipFill>
              <a:blip r:embed="rId33">
                <a:extLst>
                  <a:ext uri="{28A0092B-C50C-407E-A947-70E740481C1C}">
                    <a14:useLocalDpi xmlns:a14="http://schemas.microsoft.com/office/drawing/2010/main" val="0"/>
                  </a:ext>
                </a:extLst>
              </a:blip>
              <a:stretch>
                <a:fillRect/>
              </a:stretch>
            </p:blipFill>
            <p:spPr>
              <a:xfrm>
                <a:off x="5617970" y="3168041"/>
                <a:ext cx="360000" cy="720000"/>
              </a:xfrm>
              <a:prstGeom prst="rect">
                <a:avLst/>
              </a:prstGeom>
            </p:spPr>
          </p:pic>
          <p:sp>
            <p:nvSpPr>
              <p:cNvPr id="164" name="矩形 163">
                <a:extLst>
                  <a:ext uri="{FF2B5EF4-FFF2-40B4-BE49-F238E27FC236}">
                    <a16:creationId xmlns:a16="http://schemas.microsoft.com/office/drawing/2014/main" id="{CEF85763-AC3A-4CA4-BA97-32F0B16EBDB1}"/>
                  </a:ext>
                </a:extLst>
              </p:cNvPr>
              <p:cNvSpPr/>
              <p:nvPr/>
            </p:nvSpPr>
            <p:spPr>
              <a:xfrm>
                <a:off x="5608970" y="315904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8" name="组合 57">
              <a:extLst>
                <a:ext uri="{FF2B5EF4-FFF2-40B4-BE49-F238E27FC236}">
                  <a16:creationId xmlns:a16="http://schemas.microsoft.com/office/drawing/2014/main" id="{E98BD96C-2287-4A61-80FC-437F11E1D1EC}"/>
                </a:ext>
              </a:extLst>
            </p:cNvPr>
            <p:cNvGrpSpPr/>
            <p:nvPr/>
          </p:nvGrpSpPr>
          <p:grpSpPr>
            <a:xfrm>
              <a:off x="4536000" y="3312517"/>
              <a:ext cx="378000" cy="738000"/>
              <a:chOff x="7503291" y="3159041"/>
              <a:chExt cx="378000" cy="738000"/>
            </a:xfrm>
          </p:grpSpPr>
          <p:pic>
            <p:nvPicPr>
              <p:cNvPr id="161" name="图片 160">
                <a:extLst>
                  <a:ext uri="{FF2B5EF4-FFF2-40B4-BE49-F238E27FC236}">
                    <a16:creationId xmlns:a16="http://schemas.microsoft.com/office/drawing/2014/main" id="{5EAC95A7-6BAE-400A-9362-FA99D78C09CE}"/>
                  </a:ext>
                </a:extLst>
              </p:cNvPr>
              <p:cNvPicPr>
                <a:picLocks/>
              </p:cNvPicPr>
              <p:nvPr/>
            </p:nvPicPr>
            <p:blipFill>
              <a:blip r:embed="rId34">
                <a:extLst>
                  <a:ext uri="{28A0092B-C50C-407E-A947-70E740481C1C}">
                    <a14:useLocalDpi xmlns:a14="http://schemas.microsoft.com/office/drawing/2010/main" val="0"/>
                  </a:ext>
                </a:extLst>
              </a:blip>
              <a:stretch>
                <a:fillRect/>
              </a:stretch>
            </p:blipFill>
            <p:spPr>
              <a:xfrm>
                <a:off x="7512291" y="3168041"/>
                <a:ext cx="360000" cy="720000"/>
              </a:xfrm>
              <a:prstGeom prst="rect">
                <a:avLst/>
              </a:prstGeom>
            </p:spPr>
          </p:pic>
          <p:sp>
            <p:nvSpPr>
              <p:cNvPr id="162" name="矩形 161">
                <a:extLst>
                  <a:ext uri="{FF2B5EF4-FFF2-40B4-BE49-F238E27FC236}">
                    <a16:creationId xmlns:a16="http://schemas.microsoft.com/office/drawing/2014/main" id="{639762EF-6AC0-4DAC-A877-889681C9427F}"/>
                  </a:ext>
                </a:extLst>
              </p:cNvPr>
              <p:cNvSpPr/>
              <p:nvPr/>
            </p:nvSpPr>
            <p:spPr>
              <a:xfrm>
                <a:off x="7503291" y="315904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9" name="组合 58">
              <a:extLst>
                <a:ext uri="{FF2B5EF4-FFF2-40B4-BE49-F238E27FC236}">
                  <a16:creationId xmlns:a16="http://schemas.microsoft.com/office/drawing/2014/main" id="{667DD0BF-5844-447B-88A9-02BD83343D9B}"/>
                </a:ext>
              </a:extLst>
            </p:cNvPr>
            <p:cNvGrpSpPr/>
            <p:nvPr/>
          </p:nvGrpSpPr>
          <p:grpSpPr>
            <a:xfrm>
              <a:off x="3240000" y="3312517"/>
              <a:ext cx="378000" cy="738000"/>
              <a:chOff x="6105713" y="3159041"/>
              <a:chExt cx="378000" cy="738000"/>
            </a:xfrm>
          </p:grpSpPr>
          <p:pic>
            <p:nvPicPr>
              <p:cNvPr id="159" name="图片 158">
                <a:extLst>
                  <a:ext uri="{FF2B5EF4-FFF2-40B4-BE49-F238E27FC236}">
                    <a16:creationId xmlns:a16="http://schemas.microsoft.com/office/drawing/2014/main" id="{375FA866-9C69-43A3-802D-E7AA693BE5B7}"/>
                  </a:ext>
                </a:extLst>
              </p:cNvPr>
              <p:cNvPicPr>
                <a:picLocks/>
              </p:cNvPicPr>
              <p:nvPr/>
            </p:nvPicPr>
            <p:blipFill>
              <a:blip r:embed="rId35">
                <a:extLst>
                  <a:ext uri="{28A0092B-C50C-407E-A947-70E740481C1C}">
                    <a14:useLocalDpi xmlns:a14="http://schemas.microsoft.com/office/drawing/2010/main" val="0"/>
                  </a:ext>
                </a:extLst>
              </a:blip>
              <a:stretch>
                <a:fillRect/>
              </a:stretch>
            </p:blipFill>
            <p:spPr>
              <a:xfrm>
                <a:off x="6114713" y="3168041"/>
                <a:ext cx="360000" cy="720000"/>
              </a:xfrm>
              <a:prstGeom prst="rect">
                <a:avLst/>
              </a:prstGeom>
            </p:spPr>
          </p:pic>
          <p:sp>
            <p:nvSpPr>
              <p:cNvPr id="160" name="矩形 159">
                <a:extLst>
                  <a:ext uri="{FF2B5EF4-FFF2-40B4-BE49-F238E27FC236}">
                    <a16:creationId xmlns:a16="http://schemas.microsoft.com/office/drawing/2014/main" id="{97F88805-E22D-4EF5-A523-96EBA9A5E244}"/>
                  </a:ext>
                </a:extLst>
              </p:cNvPr>
              <p:cNvSpPr/>
              <p:nvPr/>
            </p:nvSpPr>
            <p:spPr>
              <a:xfrm>
                <a:off x="6105713" y="315904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a:extLst>
                <a:ext uri="{FF2B5EF4-FFF2-40B4-BE49-F238E27FC236}">
                  <a16:creationId xmlns:a16="http://schemas.microsoft.com/office/drawing/2014/main" id="{2F0E1627-4957-43F5-B80E-D36F21409DC4}"/>
                </a:ext>
              </a:extLst>
            </p:cNvPr>
            <p:cNvGrpSpPr/>
            <p:nvPr/>
          </p:nvGrpSpPr>
          <p:grpSpPr>
            <a:xfrm>
              <a:off x="3672000" y="3312517"/>
              <a:ext cx="378000" cy="738000"/>
              <a:chOff x="6571683" y="3159041"/>
              <a:chExt cx="378000" cy="738000"/>
            </a:xfrm>
          </p:grpSpPr>
          <p:pic>
            <p:nvPicPr>
              <p:cNvPr id="157" name="图片 156">
                <a:extLst>
                  <a:ext uri="{FF2B5EF4-FFF2-40B4-BE49-F238E27FC236}">
                    <a16:creationId xmlns:a16="http://schemas.microsoft.com/office/drawing/2014/main" id="{CE150EAC-BD45-47F8-87D9-9A8C91BB625D}"/>
                  </a:ext>
                </a:extLst>
              </p:cNvPr>
              <p:cNvPicPr>
                <a:picLocks/>
              </p:cNvPicPr>
              <p:nvPr/>
            </p:nvPicPr>
            <p:blipFill>
              <a:blip r:embed="rId36">
                <a:extLst>
                  <a:ext uri="{28A0092B-C50C-407E-A947-70E740481C1C}">
                    <a14:useLocalDpi xmlns:a14="http://schemas.microsoft.com/office/drawing/2010/main" val="0"/>
                  </a:ext>
                </a:extLst>
              </a:blip>
              <a:stretch>
                <a:fillRect/>
              </a:stretch>
            </p:blipFill>
            <p:spPr>
              <a:xfrm>
                <a:off x="6580683" y="3168041"/>
                <a:ext cx="360000" cy="720000"/>
              </a:xfrm>
              <a:prstGeom prst="rect">
                <a:avLst/>
              </a:prstGeom>
            </p:spPr>
          </p:pic>
          <p:sp>
            <p:nvSpPr>
              <p:cNvPr id="158" name="矩形 157">
                <a:extLst>
                  <a:ext uri="{FF2B5EF4-FFF2-40B4-BE49-F238E27FC236}">
                    <a16:creationId xmlns:a16="http://schemas.microsoft.com/office/drawing/2014/main" id="{4E8F0D10-7973-48DA-8F7D-E658D0056D5D}"/>
                  </a:ext>
                </a:extLst>
              </p:cNvPr>
              <p:cNvSpPr/>
              <p:nvPr/>
            </p:nvSpPr>
            <p:spPr>
              <a:xfrm>
                <a:off x="6571683" y="315904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1" name="组合 60">
              <a:extLst>
                <a:ext uri="{FF2B5EF4-FFF2-40B4-BE49-F238E27FC236}">
                  <a16:creationId xmlns:a16="http://schemas.microsoft.com/office/drawing/2014/main" id="{441F6CD4-16B3-4C2C-ADA8-9E3C6DED14B1}"/>
                </a:ext>
              </a:extLst>
            </p:cNvPr>
            <p:cNvGrpSpPr/>
            <p:nvPr/>
          </p:nvGrpSpPr>
          <p:grpSpPr>
            <a:xfrm>
              <a:off x="4104000" y="3312517"/>
              <a:ext cx="378000" cy="738000"/>
              <a:chOff x="7057817" y="3159041"/>
              <a:chExt cx="378000" cy="738000"/>
            </a:xfrm>
          </p:grpSpPr>
          <p:pic>
            <p:nvPicPr>
              <p:cNvPr id="155" name="图片 154">
                <a:extLst>
                  <a:ext uri="{FF2B5EF4-FFF2-40B4-BE49-F238E27FC236}">
                    <a16:creationId xmlns:a16="http://schemas.microsoft.com/office/drawing/2014/main" id="{3C664B05-6596-4804-9C86-34FCA7E28918}"/>
                  </a:ext>
                </a:extLst>
              </p:cNvPr>
              <p:cNvPicPr>
                <a:picLocks/>
              </p:cNvPicPr>
              <p:nvPr/>
            </p:nvPicPr>
            <p:blipFill>
              <a:blip r:embed="rId37">
                <a:extLst>
                  <a:ext uri="{28A0092B-C50C-407E-A947-70E740481C1C}">
                    <a14:useLocalDpi xmlns:a14="http://schemas.microsoft.com/office/drawing/2010/main" val="0"/>
                  </a:ext>
                </a:extLst>
              </a:blip>
              <a:stretch>
                <a:fillRect/>
              </a:stretch>
            </p:blipFill>
            <p:spPr>
              <a:xfrm>
                <a:off x="7066817" y="3168041"/>
                <a:ext cx="360000" cy="720000"/>
              </a:xfrm>
              <a:prstGeom prst="rect">
                <a:avLst/>
              </a:prstGeom>
            </p:spPr>
          </p:pic>
          <p:sp>
            <p:nvSpPr>
              <p:cNvPr id="156" name="矩形 155">
                <a:extLst>
                  <a:ext uri="{FF2B5EF4-FFF2-40B4-BE49-F238E27FC236}">
                    <a16:creationId xmlns:a16="http://schemas.microsoft.com/office/drawing/2014/main" id="{19F83D2B-F218-4CD7-BB20-900308A6CB27}"/>
                  </a:ext>
                </a:extLst>
              </p:cNvPr>
              <p:cNvSpPr/>
              <p:nvPr/>
            </p:nvSpPr>
            <p:spPr>
              <a:xfrm>
                <a:off x="7057817" y="3159041"/>
                <a:ext cx="378000" cy="738000"/>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62" name="图片 61">
              <a:extLst>
                <a:ext uri="{FF2B5EF4-FFF2-40B4-BE49-F238E27FC236}">
                  <a16:creationId xmlns:a16="http://schemas.microsoft.com/office/drawing/2014/main" id="{2DC13237-F320-4AE5-B596-5B7FC8644919}"/>
                </a:ext>
              </a:extLst>
            </p:cNvPr>
            <p:cNvPicPr>
              <a:picLocks/>
            </p:cNvPicPr>
            <p:nvPr/>
          </p:nvPicPr>
          <p:blipFill>
            <a:blip r:embed="rId38">
              <a:extLst>
                <a:ext uri="{28A0092B-C50C-407E-A947-70E740481C1C}">
                  <a14:useLocalDpi xmlns:a14="http://schemas.microsoft.com/office/drawing/2010/main" val="0"/>
                </a:ext>
              </a:extLst>
            </a:blip>
            <a:stretch>
              <a:fillRect/>
            </a:stretch>
          </p:blipFill>
          <p:spPr>
            <a:xfrm>
              <a:off x="540000" y="2457775"/>
              <a:ext cx="360000" cy="720000"/>
            </a:xfrm>
            <a:prstGeom prst="rect">
              <a:avLst/>
            </a:prstGeom>
          </p:spPr>
        </p:pic>
        <p:grpSp>
          <p:nvGrpSpPr>
            <p:cNvPr id="63" name="组合 62">
              <a:extLst>
                <a:ext uri="{FF2B5EF4-FFF2-40B4-BE49-F238E27FC236}">
                  <a16:creationId xmlns:a16="http://schemas.microsoft.com/office/drawing/2014/main" id="{18109D1F-99C3-4A74-B10E-432E9D31CCA9}"/>
                </a:ext>
              </a:extLst>
            </p:cNvPr>
            <p:cNvGrpSpPr/>
            <p:nvPr/>
          </p:nvGrpSpPr>
          <p:grpSpPr>
            <a:xfrm>
              <a:off x="4968000" y="2448775"/>
              <a:ext cx="378000" cy="738000"/>
              <a:chOff x="7686488" y="4296494"/>
              <a:chExt cx="378000" cy="738000"/>
            </a:xfrm>
          </p:grpSpPr>
          <p:pic>
            <p:nvPicPr>
              <p:cNvPr id="153" name="图片 152">
                <a:extLst>
                  <a:ext uri="{FF2B5EF4-FFF2-40B4-BE49-F238E27FC236}">
                    <a16:creationId xmlns:a16="http://schemas.microsoft.com/office/drawing/2014/main" id="{0763986D-2BE3-476D-AFA0-7572556C6869}"/>
                  </a:ext>
                </a:extLst>
              </p:cNvPr>
              <p:cNvPicPr>
                <a:picLocks/>
              </p:cNvPicPr>
              <p:nvPr/>
            </p:nvPicPr>
            <p:blipFill>
              <a:blip r:embed="rId39">
                <a:extLst>
                  <a:ext uri="{28A0092B-C50C-407E-A947-70E740481C1C}">
                    <a14:useLocalDpi xmlns:a14="http://schemas.microsoft.com/office/drawing/2010/main" val="0"/>
                  </a:ext>
                </a:extLst>
              </a:blip>
              <a:stretch>
                <a:fillRect/>
              </a:stretch>
            </p:blipFill>
            <p:spPr>
              <a:xfrm>
                <a:off x="7695488" y="4305494"/>
                <a:ext cx="360000" cy="720000"/>
              </a:xfrm>
              <a:prstGeom prst="rect">
                <a:avLst/>
              </a:prstGeom>
            </p:spPr>
          </p:pic>
          <p:sp>
            <p:nvSpPr>
              <p:cNvPr id="154" name="矩形 153">
                <a:extLst>
                  <a:ext uri="{FF2B5EF4-FFF2-40B4-BE49-F238E27FC236}">
                    <a16:creationId xmlns:a16="http://schemas.microsoft.com/office/drawing/2014/main" id="{9EA36147-8F68-4830-B4BC-567343441080}"/>
                  </a:ext>
                </a:extLst>
              </p:cNvPr>
              <p:cNvSpPr/>
              <p:nvPr/>
            </p:nvSpPr>
            <p:spPr>
              <a:xfrm>
                <a:off x="7686488" y="429649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4" name="组合 63">
              <a:extLst>
                <a:ext uri="{FF2B5EF4-FFF2-40B4-BE49-F238E27FC236}">
                  <a16:creationId xmlns:a16="http://schemas.microsoft.com/office/drawing/2014/main" id="{BF178DB0-5F85-4B53-9B33-933CB18F7632}"/>
                </a:ext>
              </a:extLst>
            </p:cNvPr>
            <p:cNvGrpSpPr/>
            <p:nvPr/>
          </p:nvGrpSpPr>
          <p:grpSpPr>
            <a:xfrm>
              <a:off x="2376000" y="2448775"/>
              <a:ext cx="378000" cy="738000"/>
              <a:chOff x="4918920" y="4296494"/>
              <a:chExt cx="378000" cy="738000"/>
            </a:xfrm>
          </p:grpSpPr>
          <p:pic>
            <p:nvPicPr>
              <p:cNvPr id="151" name="图片 150">
                <a:extLst>
                  <a:ext uri="{FF2B5EF4-FFF2-40B4-BE49-F238E27FC236}">
                    <a16:creationId xmlns:a16="http://schemas.microsoft.com/office/drawing/2014/main" id="{C394D23B-2638-448F-90CA-4C2E8BBB5AAB}"/>
                  </a:ext>
                </a:extLst>
              </p:cNvPr>
              <p:cNvPicPr>
                <a:picLocks/>
              </p:cNvPicPr>
              <p:nvPr/>
            </p:nvPicPr>
            <p:blipFill>
              <a:blip r:embed="rId40">
                <a:extLst>
                  <a:ext uri="{28A0092B-C50C-407E-A947-70E740481C1C}">
                    <a14:useLocalDpi xmlns:a14="http://schemas.microsoft.com/office/drawing/2010/main" val="0"/>
                  </a:ext>
                </a:extLst>
              </a:blip>
              <a:stretch>
                <a:fillRect/>
              </a:stretch>
            </p:blipFill>
            <p:spPr>
              <a:xfrm>
                <a:off x="4927920" y="4305494"/>
                <a:ext cx="360000" cy="720000"/>
              </a:xfrm>
              <a:prstGeom prst="rect">
                <a:avLst/>
              </a:prstGeom>
            </p:spPr>
          </p:pic>
          <p:sp>
            <p:nvSpPr>
              <p:cNvPr id="152" name="矩形 151">
                <a:extLst>
                  <a:ext uri="{FF2B5EF4-FFF2-40B4-BE49-F238E27FC236}">
                    <a16:creationId xmlns:a16="http://schemas.microsoft.com/office/drawing/2014/main" id="{18689D07-CFA7-4F5A-B169-3E7978547C7D}"/>
                  </a:ext>
                </a:extLst>
              </p:cNvPr>
              <p:cNvSpPr/>
              <p:nvPr/>
            </p:nvSpPr>
            <p:spPr>
              <a:xfrm>
                <a:off x="4918920" y="429649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5" name="组合 64">
              <a:extLst>
                <a:ext uri="{FF2B5EF4-FFF2-40B4-BE49-F238E27FC236}">
                  <a16:creationId xmlns:a16="http://schemas.microsoft.com/office/drawing/2014/main" id="{1BA75C44-966F-4411-A90C-003B7AE14886}"/>
                </a:ext>
              </a:extLst>
            </p:cNvPr>
            <p:cNvGrpSpPr/>
            <p:nvPr/>
          </p:nvGrpSpPr>
          <p:grpSpPr>
            <a:xfrm>
              <a:off x="1944000" y="2448775"/>
              <a:ext cx="378000" cy="738000"/>
              <a:chOff x="4416366" y="4296494"/>
              <a:chExt cx="378000" cy="738000"/>
            </a:xfrm>
          </p:grpSpPr>
          <p:pic>
            <p:nvPicPr>
              <p:cNvPr id="149" name="图片 148">
                <a:extLst>
                  <a:ext uri="{FF2B5EF4-FFF2-40B4-BE49-F238E27FC236}">
                    <a16:creationId xmlns:a16="http://schemas.microsoft.com/office/drawing/2014/main" id="{F5A7CD3F-AB94-4446-A9B3-E0DD38277288}"/>
                  </a:ext>
                </a:extLst>
              </p:cNvPr>
              <p:cNvPicPr>
                <a:picLocks/>
              </p:cNvPicPr>
              <p:nvPr/>
            </p:nvPicPr>
            <p:blipFill>
              <a:blip r:embed="rId41">
                <a:extLst>
                  <a:ext uri="{28A0092B-C50C-407E-A947-70E740481C1C}">
                    <a14:useLocalDpi xmlns:a14="http://schemas.microsoft.com/office/drawing/2010/main" val="0"/>
                  </a:ext>
                </a:extLst>
              </a:blip>
              <a:stretch>
                <a:fillRect/>
              </a:stretch>
            </p:blipFill>
            <p:spPr>
              <a:xfrm>
                <a:off x="4425366" y="4305494"/>
                <a:ext cx="360000" cy="720000"/>
              </a:xfrm>
              <a:prstGeom prst="rect">
                <a:avLst/>
              </a:prstGeom>
            </p:spPr>
          </p:pic>
          <p:sp>
            <p:nvSpPr>
              <p:cNvPr id="150" name="矩形 149">
                <a:extLst>
                  <a:ext uri="{FF2B5EF4-FFF2-40B4-BE49-F238E27FC236}">
                    <a16:creationId xmlns:a16="http://schemas.microsoft.com/office/drawing/2014/main" id="{9AC61379-524B-431D-99AF-2E621FF4C322}"/>
                  </a:ext>
                </a:extLst>
              </p:cNvPr>
              <p:cNvSpPr/>
              <p:nvPr/>
            </p:nvSpPr>
            <p:spPr>
              <a:xfrm>
                <a:off x="4416366" y="429649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6" name="组合 65">
              <a:extLst>
                <a:ext uri="{FF2B5EF4-FFF2-40B4-BE49-F238E27FC236}">
                  <a16:creationId xmlns:a16="http://schemas.microsoft.com/office/drawing/2014/main" id="{21A36676-6CD7-43CD-9CFB-DA230337B798}"/>
                </a:ext>
              </a:extLst>
            </p:cNvPr>
            <p:cNvGrpSpPr/>
            <p:nvPr/>
          </p:nvGrpSpPr>
          <p:grpSpPr>
            <a:xfrm>
              <a:off x="1512000" y="2448775"/>
              <a:ext cx="378000" cy="738000"/>
              <a:chOff x="3916364" y="4296494"/>
              <a:chExt cx="378000" cy="738000"/>
            </a:xfrm>
          </p:grpSpPr>
          <p:pic>
            <p:nvPicPr>
              <p:cNvPr id="147" name="图片 146">
                <a:extLst>
                  <a:ext uri="{FF2B5EF4-FFF2-40B4-BE49-F238E27FC236}">
                    <a16:creationId xmlns:a16="http://schemas.microsoft.com/office/drawing/2014/main" id="{DCB7EB85-884E-4B3D-BD0F-446AB633A2F3}"/>
                  </a:ext>
                </a:extLst>
              </p:cNvPr>
              <p:cNvPicPr>
                <a:picLocks/>
              </p:cNvPicPr>
              <p:nvPr/>
            </p:nvPicPr>
            <p:blipFill>
              <a:blip r:embed="rId42">
                <a:extLst>
                  <a:ext uri="{28A0092B-C50C-407E-A947-70E740481C1C}">
                    <a14:useLocalDpi xmlns:a14="http://schemas.microsoft.com/office/drawing/2010/main" val="0"/>
                  </a:ext>
                </a:extLst>
              </a:blip>
              <a:stretch>
                <a:fillRect/>
              </a:stretch>
            </p:blipFill>
            <p:spPr>
              <a:xfrm>
                <a:off x="3925364" y="4305494"/>
                <a:ext cx="360000" cy="720000"/>
              </a:xfrm>
              <a:prstGeom prst="rect">
                <a:avLst/>
              </a:prstGeom>
            </p:spPr>
          </p:pic>
          <p:sp>
            <p:nvSpPr>
              <p:cNvPr id="148" name="矩形 147">
                <a:extLst>
                  <a:ext uri="{FF2B5EF4-FFF2-40B4-BE49-F238E27FC236}">
                    <a16:creationId xmlns:a16="http://schemas.microsoft.com/office/drawing/2014/main" id="{DE5B7763-E04B-4852-A1D1-1D6ED09A48A5}"/>
                  </a:ext>
                </a:extLst>
              </p:cNvPr>
              <p:cNvSpPr/>
              <p:nvPr/>
            </p:nvSpPr>
            <p:spPr>
              <a:xfrm>
                <a:off x="3916364" y="429649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7" name="组合 66">
              <a:extLst>
                <a:ext uri="{FF2B5EF4-FFF2-40B4-BE49-F238E27FC236}">
                  <a16:creationId xmlns:a16="http://schemas.microsoft.com/office/drawing/2014/main" id="{26FF62CB-7498-4A47-8ADA-A46D3995242E}"/>
                </a:ext>
              </a:extLst>
            </p:cNvPr>
            <p:cNvGrpSpPr/>
            <p:nvPr/>
          </p:nvGrpSpPr>
          <p:grpSpPr>
            <a:xfrm>
              <a:off x="1080000" y="2448775"/>
              <a:ext cx="378000" cy="738000"/>
              <a:chOff x="3391946" y="4296494"/>
              <a:chExt cx="378000" cy="738000"/>
            </a:xfrm>
          </p:grpSpPr>
          <p:pic>
            <p:nvPicPr>
              <p:cNvPr id="145" name="图片 144">
                <a:extLst>
                  <a:ext uri="{FF2B5EF4-FFF2-40B4-BE49-F238E27FC236}">
                    <a16:creationId xmlns:a16="http://schemas.microsoft.com/office/drawing/2014/main" id="{F3C1F41F-08A9-40C9-A277-6F214F26B947}"/>
                  </a:ext>
                </a:extLst>
              </p:cNvPr>
              <p:cNvPicPr>
                <a:picLocks/>
              </p:cNvPicPr>
              <p:nvPr/>
            </p:nvPicPr>
            <p:blipFill>
              <a:blip r:embed="rId43">
                <a:extLst>
                  <a:ext uri="{28A0092B-C50C-407E-A947-70E740481C1C}">
                    <a14:useLocalDpi xmlns:a14="http://schemas.microsoft.com/office/drawing/2010/main" val="0"/>
                  </a:ext>
                </a:extLst>
              </a:blip>
              <a:stretch>
                <a:fillRect/>
              </a:stretch>
            </p:blipFill>
            <p:spPr>
              <a:xfrm>
                <a:off x="3400946" y="4305494"/>
                <a:ext cx="360000" cy="720000"/>
              </a:xfrm>
              <a:prstGeom prst="rect">
                <a:avLst/>
              </a:prstGeom>
            </p:spPr>
          </p:pic>
          <p:sp>
            <p:nvSpPr>
              <p:cNvPr id="146" name="矩形 145">
                <a:extLst>
                  <a:ext uri="{FF2B5EF4-FFF2-40B4-BE49-F238E27FC236}">
                    <a16:creationId xmlns:a16="http://schemas.microsoft.com/office/drawing/2014/main" id="{BB9204F0-AEB2-401D-B105-C6D511CF700C}"/>
                  </a:ext>
                </a:extLst>
              </p:cNvPr>
              <p:cNvSpPr/>
              <p:nvPr/>
            </p:nvSpPr>
            <p:spPr>
              <a:xfrm>
                <a:off x="3391946" y="429649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8" name="组合 67">
              <a:extLst>
                <a:ext uri="{FF2B5EF4-FFF2-40B4-BE49-F238E27FC236}">
                  <a16:creationId xmlns:a16="http://schemas.microsoft.com/office/drawing/2014/main" id="{BF24A889-99D1-4E86-B869-C238B3AFE62D}"/>
                </a:ext>
              </a:extLst>
            </p:cNvPr>
            <p:cNvGrpSpPr/>
            <p:nvPr/>
          </p:nvGrpSpPr>
          <p:grpSpPr>
            <a:xfrm>
              <a:off x="2808000" y="2448775"/>
              <a:ext cx="378000" cy="738000"/>
              <a:chOff x="5379211" y="4296494"/>
              <a:chExt cx="378000" cy="738000"/>
            </a:xfrm>
          </p:grpSpPr>
          <p:pic>
            <p:nvPicPr>
              <p:cNvPr id="143" name="图片 142">
                <a:extLst>
                  <a:ext uri="{FF2B5EF4-FFF2-40B4-BE49-F238E27FC236}">
                    <a16:creationId xmlns:a16="http://schemas.microsoft.com/office/drawing/2014/main" id="{B7AD4653-0929-4A45-A1DD-758609E51346}"/>
                  </a:ext>
                </a:extLst>
              </p:cNvPr>
              <p:cNvPicPr>
                <a:picLocks/>
              </p:cNvPicPr>
              <p:nvPr/>
            </p:nvPicPr>
            <p:blipFill>
              <a:blip r:embed="rId44">
                <a:extLst>
                  <a:ext uri="{28A0092B-C50C-407E-A947-70E740481C1C}">
                    <a14:useLocalDpi xmlns:a14="http://schemas.microsoft.com/office/drawing/2010/main" val="0"/>
                  </a:ext>
                </a:extLst>
              </a:blip>
              <a:stretch>
                <a:fillRect/>
              </a:stretch>
            </p:blipFill>
            <p:spPr>
              <a:xfrm>
                <a:off x="5388211" y="4305494"/>
                <a:ext cx="360000" cy="720000"/>
              </a:xfrm>
              <a:prstGeom prst="rect">
                <a:avLst/>
              </a:prstGeom>
            </p:spPr>
          </p:pic>
          <p:sp>
            <p:nvSpPr>
              <p:cNvPr id="144" name="矩形 143">
                <a:extLst>
                  <a:ext uri="{FF2B5EF4-FFF2-40B4-BE49-F238E27FC236}">
                    <a16:creationId xmlns:a16="http://schemas.microsoft.com/office/drawing/2014/main" id="{3D883C18-1943-4B11-86FA-C9E6084B7CB0}"/>
                  </a:ext>
                </a:extLst>
              </p:cNvPr>
              <p:cNvSpPr/>
              <p:nvPr/>
            </p:nvSpPr>
            <p:spPr>
              <a:xfrm>
                <a:off x="5379211" y="429649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9" name="组合 68">
              <a:extLst>
                <a:ext uri="{FF2B5EF4-FFF2-40B4-BE49-F238E27FC236}">
                  <a16:creationId xmlns:a16="http://schemas.microsoft.com/office/drawing/2014/main" id="{A24514A2-C418-4B09-9454-51E2206B5A68}"/>
                </a:ext>
              </a:extLst>
            </p:cNvPr>
            <p:cNvGrpSpPr/>
            <p:nvPr/>
          </p:nvGrpSpPr>
          <p:grpSpPr>
            <a:xfrm>
              <a:off x="4536000" y="2448775"/>
              <a:ext cx="378000" cy="738000"/>
              <a:chOff x="7244742" y="4296494"/>
              <a:chExt cx="378000" cy="738000"/>
            </a:xfrm>
          </p:grpSpPr>
          <p:pic>
            <p:nvPicPr>
              <p:cNvPr id="141" name="图片 140">
                <a:extLst>
                  <a:ext uri="{FF2B5EF4-FFF2-40B4-BE49-F238E27FC236}">
                    <a16:creationId xmlns:a16="http://schemas.microsoft.com/office/drawing/2014/main" id="{CF644011-DF48-4505-B7EB-324C7EFD682E}"/>
                  </a:ext>
                </a:extLst>
              </p:cNvPr>
              <p:cNvPicPr>
                <a:picLocks/>
              </p:cNvPicPr>
              <p:nvPr/>
            </p:nvPicPr>
            <p:blipFill>
              <a:blip r:embed="rId45">
                <a:extLst>
                  <a:ext uri="{28A0092B-C50C-407E-A947-70E740481C1C}">
                    <a14:useLocalDpi xmlns:a14="http://schemas.microsoft.com/office/drawing/2010/main" val="0"/>
                  </a:ext>
                </a:extLst>
              </a:blip>
              <a:stretch>
                <a:fillRect/>
              </a:stretch>
            </p:blipFill>
            <p:spPr>
              <a:xfrm>
                <a:off x="7253742" y="4305494"/>
                <a:ext cx="360000" cy="720000"/>
              </a:xfrm>
              <a:prstGeom prst="rect">
                <a:avLst/>
              </a:prstGeom>
            </p:spPr>
          </p:pic>
          <p:sp>
            <p:nvSpPr>
              <p:cNvPr id="142" name="矩形 141">
                <a:extLst>
                  <a:ext uri="{FF2B5EF4-FFF2-40B4-BE49-F238E27FC236}">
                    <a16:creationId xmlns:a16="http://schemas.microsoft.com/office/drawing/2014/main" id="{0EC185A4-4B5A-42C5-AA5F-20448F1C48E9}"/>
                  </a:ext>
                </a:extLst>
              </p:cNvPr>
              <p:cNvSpPr/>
              <p:nvPr/>
            </p:nvSpPr>
            <p:spPr>
              <a:xfrm>
                <a:off x="7244742" y="429649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0" name="组合 69">
              <a:extLst>
                <a:ext uri="{FF2B5EF4-FFF2-40B4-BE49-F238E27FC236}">
                  <a16:creationId xmlns:a16="http://schemas.microsoft.com/office/drawing/2014/main" id="{7CAC80D2-2BC1-4948-903B-16B4D22B0205}"/>
                </a:ext>
              </a:extLst>
            </p:cNvPr>
            <p:cNvGrpSpPr/>
            <p:nvPr/>
          </p:nvGrpSpPr>
          <p:grpSpPr>
            <a:xfrm>
              <a:off x="3240000" y="2448775"/>
              <a:ext cx="378000" cy="738000"/>
              <a:chOff x="5870802" y="4296494"/>
              <a:chExt cx="378000" cy="738000"/>
            </a:xfrm>
          </p:grpSpPr>
          <p:pic>
            <p:nvPicPr>
              <p:cNvPr id="139" name="图片 138">
                <a:extLst>
                  <a:ext uri="{FF2B5EF4-FFF2-40B4-BE49-F238E27FC236}">
                    <a16:creationId xmlns:a16="http://schemas.microsoft.com/office/drawing/2014/main" id="{D0B76D3C-1796-42EE-9527-4FD0D5CD1C68}"/>
                  </a:ext>
                </a:extLst>
              </p:cNvPr>
              <p:cNvPicPr>
                <a:picLocks/>
              </p:cNvPicPr>
              <p:nvPr/>
            </p:nvPicPr>
            <p:blipFill>
              <a:blip r:embed="rId46">
                <a:extLst>
                  <a:ext uri="{28A0092B-C50C-407E-A947-70E740481C1C}">
                    <a14:useLocalDpi xmlns:a14="http://schemas.microsoft.com/office/drawing/2010/main" val="0"/>
                  </a:ext>
                </a:extLst>
              </a:blip>
              <a:stretch>
                <a:fillRect/>
              </a:stretch>
            </p:blipFill>
            <p:spPr>
              <a:xfrm>
                <a:off x="5879802" y="4305494"/>
                <a:ext cx="360000" cy="720000"/>
              </a:xfrm>
              <a:prstGeom prst="rect">
                <a:avLst/>
              </a:prstGeom>
            </p:spPr>
          </p:pic>
          <p:sp>
            <p:nvSpPr>
              <p:cNvPr id="140" name="矩形 139">
                <a:extLst>
                  <a:ext uri="{FF2B5EF4-FFF2-40B4-BE49-F238E27FC236}">
                    <a16:creationId xmlns:a16="http://schemas.microsoft.com/office/drawing/2014/main" id="{6FF4FB14-52F2-4F64-A223-D4FD6BA737F2}"/>
                  </a:ext>
                </a:extLst>
              </p:cNvPr>
              <p:cNvSpPr/>
              <p:nvPr/>
            </p:nvSpPr>
            <p:spPr>
              <a:xfrm>
                <a:off x="5870802" y="429649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 name="组合 70">
              <a:extLst>
                <a:ext uri="{FF2B5EF4-FFF2-40B4-BE49-F238E27FC236}">
                  <a16:creationId xmlns:a16="http://schemas.microsoft.com/office/drawing/2014/main" id="{645A0B1A-0232-48FA-B58F-1E905BBAFA8C}"/>
                </a:ext>
              </a:extLst>
            </p:cNvPr>
            <p:cNvGrpSpPr/>
            <p:nvPr/>
          </p:nvGrpSpPr>
          <p:grpSpPr>
            <a:xfrm>
              <a:off x="3672000" y="2448775"/>
              <a:ext cx="378000" cy="738000"/>
              <a:chOff x="6321694" y="4296494"/>
              <a:chExt cx="378000" cy="738000"/>
            </a:xfrm>
          </p:grpSpPr>
          <p:pic>
            <p:nvPicPr>
              <p:cNvPr id="137" name="图片 136">
                <a:extLst>
                  <a:ext uri="{FF2B5EF4-FFF2-40B4-BE49-F238E27FC236}">
                    <a16:creationId xmlns:a16="http://schemas.microsoft.com/office/drawing/2014/main" id="{EB2C4771-40FE-46FF-938A-EF5F42B3499D}"/>
                  </a:ext>
                </a:extLst>
              </p:cNvPr>
              <p:cNvPicPr>
                <a:picLocks/>
              </p:cNvPicPr>
              <p:nvPr/>
            </p:nvPicPr>
            <p:blipFill>
              <a:blip r:embed="rId47">
                <a:extLst>
                  <a:ext uri="{28A0092B-C50C-407E-A947-70E740481C1C}">
                    <a14:useLocalDpi xmlns:a14="http://schemas.microsoft.com/office/drawing/2010/main" val="0"/>
                  </a:ext>
                </a:extLst>
              </a:blip>
              <a:stretch>
                <a:fillRect/>
              </a:stretch>
            </p:blipFill>
            <p:spPr>
              <a:xfrm>
                <a:off x="6330694" y="4305494"/>
                <a:ext cx="360000" cy="720000"/>
              </a:xfrm>
              <a:prstGeom prst="rect">
                <a:avLst/>
              </a:prstGeom>
            </p:spPr>
          </p:pic>
          <p:sp>
            <p:nvSpPr>
              <p:cNvPr id="138" name="矩形 137">
                <a:extLst>
                  <a:ext uri="{FF2B5EF4-FFF2-40B4-BE49-F238E27FC236}">
                    <a16:creationId xmlns:a16="http://schemas.microsoft.com/office/drawing/2014/main" id="{BCA839B1-B308-4B12-BC56-B4F5F9C31666}"/>
                  </a:ext>
                </a:extLst>
              </p:cNvPr>
              <p:cNvSpPr/>
              <p:nvPr/>
            </p:nvSpPr>
            <p:spPr>
              <a:xfrm>
                <a:off x="6321694" y="429649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2" name="组合 71">
              <a:extLst>
                <a:ext uri="{FF2B5EF4-FFF2-40B4-BE49-F238E27FC236}">
                  <a16:creationId xmlns:a16="http://schemas.microsoft.com/office/drawing/2014/main" id="{D99CCF87-4404-4674-A180-23755C08A7B7}"/>
                </a:ext>
              </a:extLst>
            </p:cNvPr>
            <p:cNvGrpSpPr/>
            <p:nvPr/>
          </p:nvGrpSpPr>
          <p:grpSpPr>
            <a:xfrm>
              <a:off x="4104000" y="2448775"/>
              <a:ext cx="378000" cy="738000"/>
              <a:chOff x="6805418" y="4296494"/>
              <a:chExt cx="378000" cy="738000"/>
            </a:xfrm>
          </p:grpSpPr>
          <p:pic>
            <p:nvPicPr>
              <p:cNvPr id="135" name="图片 134">
                <a:extLst>
                  <a:ext uri="{FF2B5EF4-FFF2-40B4-BE49-F238E27FC236}">
                    <a16:creationId xmlns:a16="http://schemas.microsoft.com/office/drawing/2014/main" id="{A04E04BE-8F08-442A-9ACD-D1BA963321F9}"/>
                  </a:ext>
                </a:extLst>
              </p:cNvPr>
              <p:cNvPicPr>
                <a:picLocks/>
              </p:cNvPicPr>
              <p:nvPr/>
            </p:nvPicPr>
            <p:blipFill>
              <a:blip r:embed="rId48">
                <a:extLst>
                  <a:ext uri="{28A0092B-C50C-407E-A947-70E740481C1C}">
                    <a14:useLocalDpi xmlns:a14="http://schemas.microsoft.com/office/drawing/2010/main" val="0"/>
                  </a:ext>
                </a:extLst>
              </a:blip>
              <a:stretch>
                <a:fillRect/>
              </a:stretch>
            </p:blipFill>
            <p:spPr>
              <a:xfrm>
                <a:off x="6814418" y="4305494"/>
                <a:ext cx="360000" cy="720000"/>
              </a:xfrm>
              <a:prstGeom prst="rect">
                <a:avLst/>
              </a:prstGeom>
            </p:spPr>
          </p:pic>
          <p:sp>
            <p:nvSpPr>
              <p:cNvPr id="136" name="矩形 135">
                <a:extLst>
                  <a:ext uri="{FF2B5EF4-FFF2-40B4-BE49-F238E27FC236}">
                    <a16:creationId xmlns:a16="http://schemas.microsoft.com/office/drawing/2014/main" id="{9C910F84-E5C8-4779-82FC-8816598387DE}"/>
                  </a:ext>
                </a:extLst>
              </p:cNvPr>
              <p:cNvSpPr/>
              <p:nvPr/>
            </p:nvSpPr>
            <p:spPr>
              <a:xfrm>
                <a:off x="6805418" y="4296494"/>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73" name="图片 72">
              <a:extLst>
                <a:ext uri="{FF2B5EF4-FFF2-40B4-BE49-F238E27FC236}">
                  <a16:creationId xmlns:a16="http://schemas.microsoft.com/office/drawing/2014/main" id="{EA73E36E-379C-4CDE-B67D-CF23884780B9}"/>
                </a:ext>
              </a:extLst>
            </p:cNvPr>
            <p:cNvPicPr>
              <a:picLocks/>
            </p:cNvPicPr>
            <p:nvPr/>
          </p:nvPicPr>
          <p:blipFill>
            <a:blip r:embed="rId49">
              <a:extLst>
                <a:ext uri="{28A0092B-C50C-407E-A947-70E740481C1C}">
                  <a14:useLocalDpi xmlns:a14="http://schemas.microsoft.com/office/drawing/2010/main" val="0"/>
                </a:ext>
              </a:extLst>
            </a:blip>
            <a:stretch>
              <a:fillRect/>
            </a:stretch>
          </p:blipFill>
          <p:spPr>
            <a:xfrm>
              <a:off x="540000" y="1592763"/>
              <a:ext cx="360000" cy="720000"/>
            </a:xfrm>
            <a:prstGeom prst="rect">
              <a:avLst/>
            </a:prstGeom>
          </p:spPr>
        </p:pic>
        <p:grpSp>
          <p:nvGrpSpPr>
            <p:cNvPr id="74" name="组合 73">
              <a:extLst>
                <a:ext uri="{FF2B5EF4-FFF2-40B4-BE49-F238E27FC236}">
                  <a16:creationId xmlns:a16="http://schemas.microsoft.com/office/drawing/2014/main" id="{A1A8A81E-36F3-4FD0-B4BA-F6D6154BCD92}"/>
                </a:ext>
              </a:extLst>
            </p:cNvPr>
            <p:cNvGrpSpPr/>
            <p:nvPr/>
          </p:nvGrpSpPr>
          <p:grpSpPr>
            <a:xfrm>
              <a:off x="4968000" y="1583763"/>
              <a:ext cx="378000" cy="738000"/>
              <a:chOff x="8125199" y="5408933"/>
              <a:chExt cx="378000" cy="738000"/>
            </a:xfrm>
          </p:grpSpPr>
          <p:pic>
            <p:nvPicPr>
              <p:cNvPr id="133" name="图片 132">
                <a:extLst>
                  <a:ext uri="{FF2B5EF4-FFF2-40B4-BE49-F238E27FC236}">
                    <a16:creationId xmlns:a16="http://schemas.microsoft.com/office/drawing/2014/main" id="{B4699608-07A5-408F-BECD-FF4F61B9D0B5}"/>
                  </a:ext>
                </a:extLst>
              </p:cNvPr>
              <p:cNvPicPr>
                <a:picLocks/>
              </p:cNvPicPr>
              <p:nvPr/>
            </p:nvPicPr>
            <p:blipFill>
              <a:blip r:embed="rId50">
                <a:extLst>
                  <a:ext uri="{28A0092B-C50C-407E-A947-70E740481C1C}">
                    <a14:useLocalDpi xmlns:a14="http://schemas.microsoft.com/office/drawing/2010/main" val="0"/>
                  </a:ext>
                </a:extLst>
              </a:blip>
              <a:stretch>
                <a:fillRect/>
              </a:stretch>
            </p:blipFill>
            <p:spPr>
              <a:xfrm>
                <a:off x="8134199" y="5417933"/>
                <a:ext cx="360000" cy="720000"/>
              </a:xfrm>
              <a:prstGeom prst="rect">
                <a:avLst/>
              </a:prstGeom>
            </p:spPr>
          </p:pic>
          <p:sp>
            <p:nvSpPr>
              <p:cNvPr id="134" name="矩形 133">
                <a:extLst>
                  <a:ext uri="{FF2B5EF4-FFF2-40B4-BE49-F238E27FC236}">
                    <a16:creationId xmlns:a16="http://schemas.microsoft.com/office/drawing/2014/main" id="{87492062-6614-408F-847A-4C2099AB878B}"/>
                  </a:ext>
                </a:extLst>
              </p:cNvPr>
              <p:cNvSpPr/>
              <p:nvPr/>
            </p:nvSpPr>
            <p:spPr>
              <a:xfrm>
                <a:off x="8125199" y="5408933"/>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5" name="组合 74">
              <a:extLst>
                <a:ext uri="{FF2B5EF4-FFF2-40B4-BE49-F238E27FC236}">
                  <a16:creationId xmlns:a16="http://schemas.microsoft.com/office/drawing/2014/main" id="{26553065-3BDC-4FA5-9820-EB93F441E28D}"/>
                </a:ext>
              </a:extLst>
            </p:cNvPr>
            <p:cNvGrpSpPr/>
            <p:nvPr/>
          </p:nvGrpSpPr>
          <p:grpSpPr>
            <a:xfrm>
              <a:off x="2376000" y="1583763"/>
              <a:ext cx="378000" cy="738000"/>
              <a:chOff x="5031192" y="5384626"/>
              <a:chExt cx="378000" cy="738000"/>
            </a:xfrm>
          </p:grpSpPr>
          <p:pic>
            <p:nvPicPr>
              <p:cNvPr id="131" name="图片 130">
                <a:extLst>
                  <a:ext uri="{FF2B5EF4-FFF2-40B4-BE49-F238E27FC236}">
                    <a16:creationId xmlns:a16="http://schemas.microsoft.com/office/drawing/2014/main" id="{97957DFC-09E6-4FC2-88CF-F5A72D8DDE1A}"/>
                  </a:ext>
                </a:extLst>
              </p:cNvPr>
              <p:cNvPicPr>
                <a:picLocks/>
              </p:cNvPicPr>
              <p:nvPr/>
            </p:nvPicPr>
            <p:blipFill>
              <a:blip r:embed="rId51">
                <a:extLst>
                  <a:ext uri="{28A0092B-C50C-407E-A947-70E740481C1C}">
                    <a14:useLocalDpi xmlns:a14="http://schemas.microsoft.com/office/drawing/2010/main" val="0"/>
                  </a:ext>
                </a:extLst>
              </a:blip>
              <a:stretch>
                <a:fillRect/>
              </a:stretch>
            </p:blipFill>
            <p:spPr>
              <a:xfrm>
                <a:off x="5040192" y="5393626"/>
                <a:ext cx="360000" cy="720000"/>
              </a:xfrm>
              <a:prstGeom prst="rect">
                <a:avLst/>
              </a:prstGeom>
            </p:spPr>
          </p:pic>
          <p:sp>
            <p:nvSpPr>
              <p:cNvPr id="132" name="矩形 131">
                <a:extLst>
                  <a:ext uri="{FF2B5EF4-FFF2-40B4-BE49-F238E27FC236}">
                    <a16:creationId xmlns:a16="http://schemas.microsoft.com/office/drawing/2014/main" id="{3D3AA25A-A32B-4506-84EB-E411C99B23E5}"/>
                  </a:ext>
                </a:extLst>
              </p:cNvPr>
              <p:cNvSpPr/>
              <p:nvPr/>
            </p:nvSpPr>
            <p:spPr>
              <a:xfrm>
                <a:off x="5031192" y="5384626"/>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6" name="组合 75">
              <a:extLst>
                <a:ext uri="{FF2B5EF4-FFF2-40B4-BE49-F238E27FC236}">
                  <a16:creationId xmlns:a16="http://schemas.microsoft.com/office/drawing/2014/main" id="{92D86E2D-08FA-4D53-8B7B-F8AC5EC0CDD4}"/>
                </a:ext>
              </a:extLst>
            </p:cNvPr>
            <p:cNvGrpSpPr/>
            <p:nvPr/>
          </p:nvGrpSpPr>
          <p:grpSpPr>
            <a:xfrm>
              <a:off x="1944000" y="1583763"/>
              <a:ext cx="378000" cy="738000"/>
              <a:chOff x="4453157" y="5388246"/>
              <a:chExt cx="378000" cy="738000"/>
            </a:xfrm>
          </p:grpSpPr>
          <p:pic>
            <p:nvPicPr>
              <p:cNvPr id="129" name="图片 128">
                <a:extLst>
                  <a:ext uri="{FF2B5EF4-FFF2-40B4-BE49-F238E27FC236}">
                    <a16:creationId xmlns:a16="http://schemas.microsoft.com/office/drawing/2014/main" id="{74BC56BF-214D-4883-973E-624EAD8990BE}"/>
                  </a:ext>
                </a:extLst>
              </p:cNvPr>
              <p:cNvPicPr>
                <a:picLocks/>
              </p:cNvPicPr>
              <p:nvPr/>
            </p:nvPicPr>
            <p:blipFill>
              <a:blip r:embed="rId52">
                <a:extLst>
                  <a:ext uri="{28A0092B-C50C-407E-A947-70E740481C1C}">
                    <a14:useLocalDpi xmlns:a14="http://schemas.microsoft.com/office/drawing/2010/main" val="0"/>
                  </a:ext>
                </a:extLst>
              </a:blip>
              <a:stretch>
                <a:fillRect/>
              </a:stretch>
            </p:blipFill>
            <p:spPr>
              <a:xfrm>
                <a:off x="4462157" y="5397246"/>
                <a:ext cx="360000" cy="720000"/>
              </a:xfrm>
              <a:prstGeom prst="rect">
                <a:avLst/>
              </a:prstGeom>
            </p:spPr>
          </p:pic>
          <p:sp>
            <p:nvSpPr>
              <p:cNvPr id="130" name="矩形 129">
                <a:extLst>
                  <a:ext uri="{FF2B5EF4-FFF2-40B4-BE49-F238E27FC236}">
                    <a16:creationId xmlns:a16="http://schemas.microsoft.com/office/drawing/2014/main" id="{252C64E1-E2C7-41C2-83E6-E1770C9F64F9}"/>
                  </a:ext>
                </a:extLst>
              </p:cNvPr>
              <p:cNvSpPr/>
              <p:nvPr/>
            </p:nvSpPr>
            <p:spPr>
              <a:xfrm>
                <a:off x="4453157" y="5388246"/>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7" name="组合 76">
              <a:extLst>
                <a:ext uri="{FF2B5EF4-FFF2-40B4-BE49-F238E27FC236}">
                  <a16:creationId xmlns:a16="http://schemas.microsoft.com/office/drawing/2014/main" id="{1CD48199-B76F-40CB-9C1D-ADBB655A08DB}"/>
                </a:ext>
              </a:extLst>
            </p:cNvPr>
            <p:cNvGrpSpPr/>
            <p:nvPr/>
          </p:nvGrpSpPr>
          <p:grpSpPr>
            <a:xfrm>
              <a:off x="1512000" y="1583763"/>
              <a:ext cx="378000" cy="738000"/>
              <a:chOff x="3952941" y="5411925"/>
              <a:chExt cx="378000" cy="738000"/>
            </a:xfrm>
          </p:grpSpPr>
          <p:pic>
            <p:nvPicPr>
              <p:cNvPr id="127" name="图片 126">
                <a:extLst>
                  <a:ext uri="{FF2B5EF4-FFF2-40B4-BE49-F238E27FC236}">
                    <a16:creationId xmlns:a16="http://schemas.microsoft.com/office/drawing/2014/main" id="{DD4E0542-A57F-4BA7-A161-49EF7C1EE3AB}"/>
                  </a:ext>
                </a:extLst>
              </p:cNvPr>
              <p:cNvPicPr>
                <a:picLocks/>
              </p:cNvPicPr>
              <p:nvPr/>
            </p:nvPicPr>
            <p:blipFill>
              <a:blip r:embed="rId53">
                <a:extLst>
                  <a:ext uri="{28A0092B-C50C-407E-A947-70E740481C1C}">
                    <a14:useLocalDpi xmlns:a14="http://schemas.microsoft.com/office/drawing/2010/main" val="0"/>
                  </a:ext>
                </a:extLst>
              </a:blip>
              <a:stretch>
                <a:fillRect/>
              </a:stretch>
            </p:blipFill>
            <p:spPr>
              <a:xfrm>
                <a:off x="3961941" y="5420925"/>
                <a:ext cx="360000" cy="720000"/>
              </a:xfrm>
              <a:prstGeom prst="rect">
                <a:avLst/>
              </a:prstGeom>
            </p:spPr>
          </p:pic>
          <p:sp>
            <p:nvSpPr>
              <p:cNvPr id="128" name="矩形 127">
                <a:extLst>
                  <a:ext uri="{FF2B5EF4-FFF2-40B4-BE49-F238E27FC236}">
                    <a16:creationId xmlns:a16="http://schemas.microsoft.com/office/drawing/2014/main" id="{0C1789A3-832E-4D0F-9BF4-CCCC802E7DC7}"/>
                  </a:ext>
                </a:extLst>
              </p:cNvPr>
              <p:cNvSpPr/>
              <p:nvPr/>
            </p:nvSpPr>
            <p:spPr>
              <a:xfrm>
                <a:off x="3952941" y="5411925"/>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8" name="组合 77">
              <a:extLst>
                <a:ext uri="{FF2B5EF4-FFF2-40B4-BE49-F238E27FC236}">
                  <a16:creationId xmlns:a16="http://schemas.microsoft.com/office/drawing/2014/main" id="{60E31CE6-6EC6-4138-A8FB-0F5393CABC6A}"/>
                </a:ext>
              </a:extLst>
            </p:cNvPr>
            <p:cNvGrpSpPr/>
            <p:nvPr/>
          </p:nvGrpSpPr>
          <p:grpSpPr>
            <a:xfrm>
              <a:off x="1080000" y="1583763"/>
              <a:ext cx="378000" cy="738000"/>
              <a:chOff x="3428318" y="5411925"/>
              <a:chExt cx="378000" cy="738000"/>
            </a:xfrm>
          </p:grpSpPr>
          <p:pic>
            <p:nvPicPr>
              <p:cNvPr id="125" name="图片 124">
                <a:extLst>
                  <a:ext uri="{FF2B5EF4-FFF2-40B4-BE49-F238E27FC236}">
                    <a16:creationId xmlns:a16="http://schemas.microsoft.com/office/drawing/2014/main" id="{BD960927-F315-419E-A2B7-0A081606DC34}"/>
                  </a:ext>
                </a:extLst>
              </p:cNvPr>
              <p:cNvPicPr>
                <a:picLocks/>
              </p:cNvPicPr>
              <p:nvPr/>
            </p:nvPicPr>
            <p:blipFill>
              <a:blip r:embed="rId54">
                <a:extLst>
                  <a:ext uri="{28A0092B-C50C-407E-A947-70E740481C1C}">
                    <a14:useLocalDpi xmlns:a14="http://schemas.microsoft.com/office/drawing/2010/main" val="0"/>
                  </a:ext>
                </a:extLst>
              </a:blip>
              <a:stretch>
                <a:fillRect/>
              </a:stretch>
            </p:blipFill>
            <p:spPr>
              <a:xfrm>
                <a:off x="3437318" y="5420925"/>
                <a:ext cx="360000" cy="720000"/>
              </a:xfrm>
              <a:prstGeom prst="rect">
                <a:avLst/>
              </a:prstGeom>
            </p:spPr>
          </p:pic>
          <p:sp>
            <p:nvSpPr>
              <p:cNvPr id="126" name="矩形 125">
                <a:extLst>
                  <a:ext uri="{FF2B5EF4-FFF2-40B4-BE49-F238E27FC236}">
                    <a16:creationId xmlns:a16="http://schemas.microsoft.com/office/drawing/2014/main" id="{1831E466-A29D-437A-B200-AC5A4E3E8458}"/>
                  </a:ext>
                </a:extLst>
              </p:cNvPr>
              <p:cNvSpPr/>
              <p:nvPr/>
            </p:nvSpPr>
            <p:spPr>
              <a:xfrm>
                <a:off x="3428318" y="5411925"/>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9" name="组合 78">
              <a:extLst>
                <a:ext uri="{FF2B5EF4-FFF2-40B4-BE49-F238E27FC236}">
                  <a16:creationId xmlns:a16="http://schemas.microsoft.com/office/drawing/2014/main" id="{8A76627B-3D8A-4069-95DD-4BF88D5D775F}"/>
                </a:ext>
              </a:extLst>
            </p:cNvPr>
            <p:cNvGrpSpPr/>
            <p:nvPr/>
          </p:nvGrpSpPr>
          <p:grpSpPr>
            <a:xfrm>
              <a:off x="2808000" y="1583763"/>
              <a:ext cx="378000" cy="738000"/>
              <a:chOff x="5580638" y="5377581"/>
              <a:chExt cx="378000" cy="738000"/>
            </a:xfrm>
          </p:grpSpPr>
          <p:pic>
            <p:nvPicPr>
              <p:cNvPr id="123" name="图片 122">
                <a:extLst>
                  <a:ext uri="{FF2B5EF4-FFF2-40B4-BE49-F238E27FC236}">
                    <a16:creationId xmlns:a16="http://schemas.microsoft.com/office/drawing/2014/main" id="{08DFDC12-B77F-46CB-93BE-96239C2803A9}"/>
                  </a:ext>
                </a:extLst>
              </p:cNvPr>
              <p:cNvPicPr>
                <a:picLocks/>
              </p:cNvPicPr>
              <p:nvPr/>
            </p:nvPicPr>
            <p:blipFill>
              <a:blip r:embed="rId55">
                <a:extLst>
                  <a:ext uri="{28A0092B-C50C-407E-A947-70E740481C1C}">
                    <a14:useLocalDpi xmlns:a14="http://schemas.microsoft.com/office/drawing/2010/main" val="0"/>
                  </a:ext>
                </a:extLst>
              </a:blip>
              <a:stretch>
                <a:fillRect/>
              </a:stretch>
            </p:blipFill>
            <p:spPr>
              <a:xfrm>
                <a:off x="5589638" y="5386581"/>
                <a:ext cx="360000" cy="720000"/>
              </a:xfrm>
              <a:prstGeom prst="rect">
                <a:avLst/>
              </a:prstGeom>
            </p:spPr>
          </p:pic>
          <p:sp>
            <p:nvSpPr>
              <p:cNvPr id="124" name="矩形 123">
                <a:extLst>
                  <a:ext uri="{FF2B5EF4-FFF2-40B4-BE49-F238E27FC236}">
                    <a16:creationId xmlns:a16="http://schemas.microsoft.com/office/drawing/2014/main" id="{58D26DBD-DBF2-4CB4-BCC3-E6A28E47EB35}"/>
                  </a:ext>
                </a:extLst>
              </p:cNvPr>
              <p:cNvSpPr/>
              <p:nvPr/>
            </p:nvSpPr>
            <p:spPr>
              <a:xfrm>
                <a:off x="5580638" y="537758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0" name="组合 79">
              <a:extLst>
                <a:ext uri="{FF2B5EF4-FFF2-40B4-BE49-F238E27FC236}">
                  <a16:creationId xmlns:a16="http://schemas.microsoft.com/office/drawing/2014/main" id="{E517F668-6740-4174-B5C8-2CE53008812C}"/>
                </a:ext>
              </a:extLst>
            </p:cNvPr>
            <p:cNvGrpSpPr/>
            <p:nvPr/>
          </p:nvGrpSpPr>
          <p:grpSpPr>
            <a:xfrm>
              <a:off x="4536000" y="1583763"/>
              <a:ext cx="378000" cy="738000"/>
              <a:chOff x="7654611" y="5417200"/>
              <a:chExt cx="378000" cy="738000"/>
            </a:xfrm>
          </p:grpSpPr>
          <p:pic>
            <p:nvPicPr>
              <p:cNvPr id="121" name="图片 120">
                <a:extLst>
                  <a:ext uri="{FF2B5EF4-FFF2-40B4-BE49-F238E27FC236}">
                    <a16:creationId xmlns:a16="http://schemas.microsoft.com/office/drawing/2014/main" id="{3CC9BEC8-5684-434B-B8D4-282472DDE56F}"/>
                  </a:ext>
                </a:extLst>
              </p:cNvPr>
              <p:cNvPicPr>
                <a:picLocks/>
              </p:cNvPicPr>
              <p:nvPr/>
            </p:nvPicPr>
            <p:blipFill>
              <a:blip r:embed="rId56">
                <a:extLst>
                  <a:ext uri="{28A0092B-C50C-407E-A947-70E740481C1C}">
                    <a14:useLocalDpi xmlns:a14="http://schemas.microsoft.com/office/drawing/2010/main" val="0"/>
                  </a:ext>
                </a:extLst>
              </a:blip>
              <a:stretch>
                <a:fillRect/>
              </a:stretch>
            </p:blipFill>
            <p:spPr>
              <a:xfrm>
                <a:off x="7663611" y="5426200"/>
                <a:ext cx="360000" cy="720000"/>
              </a:xfrm>
              <a:prstGeom prst="rect">
                <a:avLst/>
              </a:prstGeom>
            </p:spPr>
          </p:pic>
          <p:sp>
            <p:nvSpPr>
              <p:cNvPr id="122" name="矩形 121">
                <a:extLst>
                  <a:ext uri="{FF2B5EF4-FFF2-40B4-BE49-F238E27FC236}">
                    <a16:creationId xmlns:a16="http://schemas.microsoft.com/office/drawing/2014/main" id="{16B45128-7911-4671-8374-609045E24451}"/>
                  </a:ext>
                </a:extLst>
              </p:cNvPr>
              <p:cNvSpPr/>
              <p:nvPr/>
            </p:nvSpPr>
            <p:spPr>
              <a:xfrm>
                <a:off x="7654611" y="5417200"/>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1" name="组合 80">
              <a:extLst>
                <a:ext uri="{FF2B5EF4-FFF2-40B4-BE49-F238E27FC236}">
                  <a16:creationId xmlns:a16="http://schemas.microsoft.com/office/drawing/2014/main" id="{09F497B1-C872-4760-AF4B-B253207DEACA}"/>
                </a:ext>
              </a:extLst>
            </p:cNvPr>
            <p:cNvGrpSpPr/>
            <p:nvPr/>
          </p:nvGrpSpPr>
          <p:grpSpPr>
            <a:xfrm>
              <a:off x="3240000" y="1583763"/>
              <a:ext cx="378000" cy="738000"/>
              <a:chOff x="6160273" y="5393252"/>
              <a:chExt cx="378000" cy="738000"/>
            </a:xfrm>
          </p:grpSpPr>
          <p:pic>
            <p:nvPicPr>
              <p:cNvPr id="119" name="图片 118">
                <a:extLst>
                  <a:ext uri="{FF2B5EF4-FFF2-40B4-BE49-F238E27FC236}">
                    <a16:creationId xmlns:a16="http://schemas.microsoft.com/office/drawing/2014/main" id="{AA0373AB-1429-445A-9598-8B21C56CB324}"/>
                  </a:ext>
                </a:extLst>
              </p:cNvPr>
              <p:cNvPicPr>
                <a:picLocks/>
              </p:cNvPicPr>
              <p:nvPr/>
            </p:nvPicPr>
            <p:blipFill>
              <a:blip r:embed="rId57">
                <a:extLst>
                  <a:ext uri="{28A0092B-C50C-407E-A947-70E740481C1C}">
                    <a14:useLocalDpi xmlns:a14="http://schemas.microsoft.com/office/drawing/2010/main" val="0"/>
                  </a:ext>
                </a:extLst>
              </a:blip>
              <a:stretch>
                <a:fillRect/>
              </a:stretch>
            </p:blipFill>
            <p:spPr>
              <a:xfrm>
                <a:off x="6169273" y="5402252"/>
                <a:ext cx="360000" cy="720000"/>
              </a:xfrm>
              <a:prstGeom prst="rect">
                <a:avLst/>
              </a:prstGeom>
            </p:spPr>
          </p:pic>
          <p:sp>
            <p:nvSpPr>
              <p:cNvPr id="120" name="矩形 119">
                <a:extLst>
                  <a:ext uri="{FF2B5EF4-FFF2-40B4-BE49-F238E27FC236}">
                    <a16:creationId xmlns:a16="http://schemas.microsoft.com/office/drawing/2014/main" id="{3842E000-2D46-44B0-80F0-2A875746CA22}"/>
                  </a:ext>
                </a:extLst>
              </p:cNvPr>
              <p:cNvSpPr/>
              <p:nvPr/>
            </p:nvSpPr>
            <p:spPr>
              <a:xfrm>
                <a:off x="6160273" y="539325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2" name="组合 81">
              <a:extLst>
                <a:ext uri="{FF2B5EF4-FFF2-40B4-BE49-F238E27FC236}">
                  <a16:creationId xmlns:a16="http://schemas.microsoft.com/office/drawing/2014/main" id="{3BAE5446-7368-40BB-B389-17EF16B7A3B7}"/>
                </a:ext>
              </a:extLst>
            </p:cNvPr>
            <p:cNvGrpSpPr/>
            <p:nvPr/>
          </p:nvGrpSpPr>
          <p:grpSpPr>
            <a:xfrm>
              <a:off x="3672000" y="1583763"/>
              <a:ext cx="378000" cy="738000"/>
              <a:chOff x="6696163" y="5396805"/>
              <a:chExt cx="378000" cy="738000"/>
            </a:xfrm>
          </p:grpSpPr>
          <p:pic>
            <p:nvPicPr>
              <p:cNvPr id="117" name="图片 116">
                <a:extLst>
                  <a:ext uri="{FF2B5EF4-FFF2-40B4-BE49-F238E27FC236}">
                    <a16:creationId xmlns:a16="http://schemas.microsoft.com/office/drawing/2014/main" id="{9AF3CF48-4099-442C-83C7-9ABD94B3FF9C}"/>
                  </a:ext>
                </a:extLst>
              </p:cNvPr>
              <p:cNvPicPr>
                <a:picLocks/>
              </p:cNvPicPr>
              <p:nvPr/>
            </p:nvPicPr>
            <p:blipFill>
              <a:blip r:embed="rId58">
                <a:extLst>
                  <a:ext uri="{28A0092B-C50C-407E-A947-70E740481C1C}">
                    <a14:useLocalDpi xmlns:a14="http://schemas.microsoft.com/office/drawing/2010/main" val="0"/>
                  </a:ext>
                </a:extLst>
              </a:blip>
              <a:stretch>
                <a:fillRect/>
              </a:stretch>
            </p:blipFill>
            <p:spPr>
              <a:xfrm>
                <a:off x="6705163" y="5405805"/>
                <a:ext cx="360000" cy="720000"/>
              </a:xfrm>
              <a:prstGeom prst="rect">
                <a:avLst/>
              </a:prstGeom>
            </p:spPr>
          </p:pic>
          <p:sp>
            <p:nvSpPr>
              <p:cNvPr id="118" name="矩形 117">
                <a:extLst>
                  <a:ext uri="{FF2B5EF4-FFF2-40B4-BE49-F238E27FC236}">
                    <a16:creationId xmlns:a16="http://schemas.microsoft.com/office/drawing/2014/main" id="{A494B74D-EACE-44D9-8BC0-F34D2788C3C9}"/>
                  </a:ext>
                </a:extLst>
              </p:cNvPr>
              <p:cNvSpPr/>
              <p:nvPr/>
            </p:nvSpPr>
            <p:spPr>
              <a:xfrm>
                <a:off x="6696163" y="5396805"/>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3" name="组合 82">
              <a:extLst>
                <a:ext uri="{FF2B5EF4-FFF2-40B4-BE49-F238E27FC236}">
                  <a16:creationId xmlns:a16="http://schemas.microsoft.com/office/drawing/2014/main" id="{6DA877BE-FC6B-4EBB-95AA-B5967CBC4568}"/>
                </a:ext>
              </a:extLst>
            </p:cNvPr>
            <p:cNvGrpSpPr/>
            <p:nvPr/>
          </p:nvGrpSpPr>
          <p:grpSpPr>
            <a:xfrm>
              <a:off x="4104000" y="1583763"/>
              <a:ext cx="378000" cy="738000"/>
              <a:chOff x="7159705" y="5414812"/>
              <a:chExt cx="378000" cy="738000"/>
            </a:xfrm>
          </p:grpSpPr>
          <p:pic>
            <p:nvPicPr>
              <p:cNvPr id="115" name="图片 114">
                <a:extLst>
                  <a:ext uri="{FF2B5EF4-FFF2-40B4-BE49-F238E27FC236}">
                    <a16:creationId xmlns:a16="http://schemas.microsoft.com/office/drawing/2014/main" id="{80747947-32A8-49C9-A1B2-D67C9A979DD3}"/>
                  </a:ext>
                </a:extLst>
              </p:cNvPr>
              <p:cNvPicPr>
                <a:picLocks/>
              </p:cNvPicPr>
              <p:nvPr/>
            </p:nvPicPr>
            <p:blipFill>
              <a:blip r:embed="rId59">
                <a:extLst>
                  <a:ext uri="{28A0092B-C50C-407E-A947-70E740481C1C}">
                    <a14:useLocalDpi xmlns:a14="http://schemas.microsoft.com/office/drawing/2010/main" val="0"/>
                  </a:ext>
                </a:extLst>
              </a:blip>
              <a:stretch>
                <a:fillRect/>
              </a:stretch>
            </p:blipFill>
            <p:spPr>
              <a:xfrm>
                <a:off x="7168705" y="5423812"/>
                <a:ext cx="360000" cy="720000"/>
              </a:xfrm>
              <a:prstGeom prst="rect">
                <a:avLst/>
              </a:prstGeom>
            </p:spPr>
          </p:pic>
          <p:sp>
            <p:nvSpPr>
              <p:cNvPr id="116" name="矩形 115">
                <a:extLst>
                  <a:ext uri="{FF2B5EF4-FFF2-40B4-BE49-F238E27FC236}">
                    <a16:creationId xmlns:a16="http://schemas.microsoft.com/office/drawing/2014/main" id="{C20D6829-DF73-4CF1-A65B-F38FC050820B}"/>
                  </a:ext>
                </a:extLst>
              </p:cNvPr>
              <p:cNvSpPr/>
              <p:nvPr/>
            </p:nvSpPr>
            <p:spPr>
              <a:xfrm>
                <a:off x="7159705" y="5414812"/>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4" name="图片 83">
              <a:extLst>
                <a:ext uri="{FF2B5EF4-FFF2-40B4-BE49-F238E27FC236}">
                  <a16:creationId xmlns:a16="http://schemas.microsoft.com/office/drawing/2014/main" id="{7A6B893C-73A2-4160-9BAC-ACF7528FF267}"/>
                </a:ext>
              </a:extLst>
            </p:cNvPr>
            <p:cNvPicPr>
              <a:picLocks/>
            </p:cNvPicPr>
            <p:nvPr/>
          </p:nvPicPr>
          <p:blipFill>
            <a:blip r:embed="rId60">
              <a:extLst>
                <a:ext uri="{28A0092B-C50C-407E-A947-70E740481C1C}">
                  <a14:useLocalDpi xmlns:a14="http://schemas.microsoft.com/office/drawing/2010/main" val="0"/>
                </a:ext>
              </a:extLst>
            </a:blip>
            <a:stretch>
              <a:fillRect/>
            </a:stretch>
          </p:blipFill>
          <p:spPr>
            <a:xfrm>
              <a:off x="540000" y="5048364"/>
              <a:ext cx="360000" cy="720000"/>
            </a:xfrm>
            <a:prstGeom prst="rect">
              <a:avLst/>
            </a:prstGeom>
          </p:spPr>
        </p:pic>
        <p:grpSp>
          <p:nvGrpSpPr>
            <p:cNvPr id="85" name="组合 84">
              <a:extLst>
                <a:ext uri="{FF2B5EF4-FFF2-40B4-BE49-F238E27FC236}">
                  <a16:creationId xmlns:a16="http://schemas.microsoft.com/office/drawing/2014/main" id="{EF0D80C2-BC6B-46D4-B136-103200A93BEF}"/>
                </a:ext>
              </a:extLst>
            </p:cNvPr>
            <p:cNvGrpSpPr/>
            <p:nvPr/>
          </p:nvGrpSpPr>
          <p:grpSpPr>
            <a:xfrm>
              <a:off x="1512000" y="5039364"/>
              <a:ext cx="378000" cy="738000"/>
              <a:chOff x="3920031" y="223651"/>
              <a:chExt cx="378000" cy="738000"/>
            </a:xfrm>
          </p:grpSpPr>
          <p:pic>
            <p:nvPicPr>
              <p:cNvPr id="113" name="图片 112">
                <a:extLst>
                  <a:ext uri="{FF2B5EF4-FFF2-40B4-BE49-F238E27FC236}">
                    <a16:creationId xmlns:a16="http://schemas.microsoft.com/office/drawing/2014/main" id="{E20C14B1-2220-4D4E-9948-19CD8F882046}"/>
                  </a:ext>
                </a:extLst>
              </p:cNvPr>
              <p:cNvPicPr>
                <a:picLocks/>
              </p:cNvPicPr>
              <p:nvPr/>
            </p:nvPicPr>
            <p:blipFill>
              <a:blip r:embed="rId61">
                <a:extLst>
                  <a:ext uri="{28A0092B-C50C-407E-A947-70E740481C1C}">
                    <a14:useLocalDpi xmlns:a14="http://schemas.microsoft.com/office/drawing/2010/main" val="0"/>
                  </a:ext>
                </a:extLst>
              </a:blip>
              <a:stretch>
                <a:fillRect/>
              </a:stretch>
            </p:blipFill>
            <p:spPr>
              <a:xfrm>
                <a:off x="3929031" y="232651"/>
                <a:ext cx="360000" cy="720000"/>
              </a:xfrm>
              <a:prstGeom prst="rect">
                <a:avLst/>
              </a:prstGeom>
            </p:spPr>
          </p:pic>
          <p:sp>
            <p:nvSpPr>
              <p:cNvPr id="114" name="矩形 113">
                <a:extLst>
                  <a:ext uri="{FF2B5EF4-FFF2-40B4-BE49-F238E27FC236}">
                    <a16:creationId xmlns:a16="http://schemas.microsoft.com/office/drawing/2014/main" id="{A11BB4FC-E13C-4B31-B7F1-AB043B06E927}"/>
                  </a:ext>
                </a:extLst>
              </p:cNvPr>
              <p:cNvSpPr/>
              <p:nvPr/>
            </p:nvSpPr>
            <p:spPr>
              <a:xfrm>
                <a:off x="3920031" y="22365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6" name="组合 85">
              <a:extLst>
                <a:ext uri="{FF2B5EF4-FFF2-40B4-BE49-F238E27FC236}">
                  <a16:creationId xmlns:a16="http://schemas.microsoft.com/office/drawing/2014/main" id="{8EEDAF6C-011E-4547-8FD0-53C4E789C271}"/>
                </a:ext>
              </a:extLst>
            </p:cNvPr>
            <p:cNvGrpSpPr/>
            <p:nvPr/>
          </p:nvGrpSpPr>
          <p:grpSpPr>
            <a:xfrm>
              <a:off x="3240000" y="5039364"/>
              <a:ext cx="378000" cy="738000"/>
              <a:chOff x="5650564" y="232651"/>
              <a:chExt cx="378000" cy="738000"/>
            </a:xfrm>
          </p:grpSpPr>
          <p:pic>
            <p:nvPicPr>
              <p:cNvPr id="111" name="图片 110">
                <a:extLst>
                  <a:ext uri="{FF2B5EF4-FFF2-40B4-BE49-F238E27FC236}">
                    <a16:creationId xmlns:a16="http://schemas.microsoft.com/office/drawing/2014/main" id="{E783FF76-AE7A-471A-A127-231A08110533}"/>
                  </a:ext>
                </a:extLst>
              </p:cNvPr>
              <p:cNvPicPr>
                <a:picLocks/>
              </p:cNvPicPr>
              <p:nvPr/>
            </p:nvPicPr>
            <p:blipFill>
              <a:blip r:embed="rId62">
                <a:extLst>
                  <a:ext uri="{28A0092B-C50C-407E-A947-70E740481C1C}">
                    <a14:useLocalDpi xmlns:a14="http://schemas.microsoft.com/office/drawing/2010/main" val="0"/>
                  </a:ext>
                </a:extLst>
              </a:blip>
              <a:stretch>
                <a:fillRect/>
              </a:stretch>
            </p:blipFill>
            <p:spPr>
              <a:xfrm>
                <a:off x="5659564" y="241651"/>
                <a:ext cx="360000" cy="720000"/>
              </a:xfrm>
              <a:prstGeom prst="rect">
                <a:avLst/>
              </a:prstGeom>
            </p:spPr>
          </p:pic>
          <p:sp>
            <p:nvSpPr>
              <p:cNvPr id="112" name="矩形 111">
                <a:extLst>
                  <a:ext uri="{FF2B5EF4-FFF2-40B4-BE49-F238E27FC236}">
                    <a16:creationId xmlns:a16="http://schemas.microsoft.com/office/drawing/2014/main" id="{957545A8-0090-4200-A0F8-178AE0331736}"/>
                  </a:ext>
                </a:extLst>
              </p:cNvPr>
              <p:cNvSpPr/>
              <p:nvPr/>
            </p:nvSpPr>
            <p:spPr>
              <a:xfrm>
                <a:off x="5650564" y="23265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7" name="组合 86">
              <a:extLst>
                <a:ext uri="{FF2B5EF4-FFF2-40B4-BE49-F238E27FC236}">
                  <a16:creationId xmlns:a16="http://schemas.microsoft.com/office/drawing/2014/main" id="{88C6203C-B9D1-420F-953F-58425CB2A7FC}"/>
                </a:ext>
              </a:extLst>
            </p:cNvPr>
            <p:cNvGrpSpPr/>
            <p:nvPr/>
          </p:nvGrpSpPr>
          <p:grpSpPr>
            <a:xfrm>
              <a:off x="1944000" y="5039364"/>
              <a:ext cx="378000" cy="738000"/>
              <a:chOff x="4353683" y="223651"/>
              <a:chExt cx="378000" cy="738000"/>
            </a:xfrm>
          </p:grpSpPr>
          <p:pic>
            <p:nvPicPr>
              <p:cNvPr id="109" name="图片 108">
                <a:extLst>
                  <a:ext uri="{FF2B5EF4-FFF2-40B4-BE49-F238E27FC236}">
                    <a16:creationId xmlns:a16="http://schemas.microsoft.com/office/drawing/2014/main" id="{8116E5CE-0BF1-4664-8157-34C4A27C8DB6}"/>
                  </a:ext>
                </a:extLst>
              </p:cNvPr>
              <p:cNvPicPr>
                <a:picLocks/>
              </p:cNvPicPr>
              <p:nvPr/>
            </p:nvPicPr>
            <p:blipFill>
              <a:blip r:embed="rId63">
                <a:extLst>
                  <a:ext uri="{28A0092B-C50C-407E-A947-70E740481C1C}">
                    <a14:useLocalDpi xmlns:a14="http://schemas.microsoft.com/office/drawing/2010/main" val="0"/>
                  </a:ext>
                </a:extLst>
              </a:blip>
              <a:stretch>
                <a:fillRect/>
              </a:stretch>
            </p:blipFill>
            <p:spPr>
              <a:xfrm>
                <a:off x="4362683" y="232651"/>
                <a:ext cx="360000" cy="720000"/>
              </a:xfrm>
              <a:prstGeom prst="rect">
                <a:avLst/>
              </a:prstGeom>
            </p:spPr>
          </p:pic>
          <p:sp>
            <p:nvSpPr>
              <p:cNvPr id="110" name="矩形 109">
                <a:extLst>
                  <a:ext uri="{FF2B5EF4-FFF2-40B4-BE49-F238E27FC236}">
                    <a16:creationId xmlns:a16="http://schemas.microsoft.com/office/drawing/2014/main" id="{C3B32278-C761-4309-86AE-B5B42F1AC44E}"/>
                  </a:ext>
                </a:extLst>
              </p:cNvPr>
              <p:cNvSpPr/>
              <p:nvPr/>
            </p:nvSpPr>
            <p:spPr>
              <a:xfrm>
                <a:off x="4353683" y="22365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a:extLst>
                <a:ext uri="{FF2B5EF4-FFF2-40B4-BE49-F238E27FC236}">
                  <a16:creationId xmlns:a16="http://schemas.microsoft.com/office/drawing/2014/main" id="{98D3D03B-DDED-465D-82C1-2E975EC46AC1}"/>
                </a:ext>
              </a:extLst>
            </p:cNvPr>
            <p:cNvGrpSpPr/>
            <p:nvPr/>
          </p:nvGrpSpPr>
          <p:grpSpPr>
            <a:xfrm>
              <a:off x="2376000" y="5039364"/>
              <a:ext cx="378000" cy="738000"/>
              <a:chOff x="4785366" y="227778"/>
              <a:chExt cx="378000" cy="738000"/>
            </a:xfrm>
          </p:grpSpPr>
          <p:pic>
            <p:nvPicPr>
              <p:cNvPr id="107" name="图片 106">
                <a:extLst>
                  <a:ext uri="{FF2B5EF4-FFF2-40B4-BE49-F238E27FC236}">
                    <a16:creationId xmlns:a16="http://schemas.microsoft.com/office/drawing/2014/main" id="{2EA8B6BB-C01D-4FE1-BB94-36D4EC24514C}"/>
                  </a:ext>
                </a:extLst>
              </p:cNvPr>
              <p:cNvPicPr>
                <a:picLocks/>
              </p:cNvPicPr>
              <p:nvPr/>
            </p:nvPicPr>
            <p:blipFill>
              <a:blip r:embed="rId64">
                <a:extLst>
                  <a:ext uri="{28A0092B-C50C-407E-A947-70E740481C1C}">
                    <a14:useLocalDpi xmlns:a14="http://schemas.microsoft.com/office/drawing/2010/main" val="0"/>
                  </a:ext>
                </a:extLst>
              </a:blip>
              <a:stretch>
                <a:fillRect/>
              </a:stretch>
            </p:blipFill>
            <p:spPr>
              <a:xfrm>
                <a:off x="4794366" y="236778"/>
                <a:ext cx="360000" cy="720000"/>
              </a:xfrm>
              <a:prstGeom prst="rect">
                <a:avLst/>
              </a:prstGeom>
            </p:spPr>
          </p:pic>
          <p:sp>
            <p:nvSpPr>
              <p:cNvPr id="108" name="矩形 107">
                <a:extLst>
                  <a:ext uri="{FF2B5EF4-FFF2-40B4-BE49-F238E27FC236}">
                    <a16:creationId xmlns:a16="http://schemas.microsoft.com/office/drawing/2014/main" id="{D4455FF9-7F8B-43F9-AF96-E6039B8F9A79}"/>
                  </a:ext>
                </a:extLst>
              </p:cNvPr>
              <p:cNvSpPr/>
              <p:nvPr/>
            </p:nvSpPr>
            <p:spPr>
              <a:xfrm>
                <a:off x="4785366" y="227778"/>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9" name="组合 88">
              <a:extLst>
                <a:ext uri="{FF2B5EF4-FFF2-40B4-BE49-F238E27FC236}">
                  <a16:creationId xmlns:a16="http://schemas.microsoft.com/office/drawing/2014/main" id="{68F41DB4-496C-4F5D-8B50-C0F1E7884141}"/>
                </a:ext>
              </a:extLst>
            </p:cNvPr>
            <p:cNvGrpSpPr/>
            <p:nvPr/>
          </p:nvGrpSpPr>
          <p:grpSpPr>
            <a:xfrm>
              <a:off x="2808000" y="5039364"/>
              <a:ext cx="378000" cy="738000"/>
              <a:chOff x="5217834" y="223651"/>
              <a:chExt cx="378000" cy="738000"/>
            </a:xfrm>
          </p:grpSpPr>
          <p:pic>
            <p:nvPicPr>
              <p:cNvPr id="105" name="图片 104">
                <a:extLst>
                  <a:ext uri="{FF2B5EF4-FFF2-40B4-BE49-F238E27FC236}">
                    <a16:creationId xmlns:a16="http://schemas.microsoft.com/office/drawing/2014/main" id="{ADB20A77-E673-44C5-B641-93B919636664}"/>
                  </a:ext>
                </a:extLst>
              </p:cNvPr>
              <p:cNvPicPr>
                <a:picLocks/>
              </p:cNvPicPr>
              <p:nvPr/>
            </p:nvPicPr>
            <p:blipFill>
              <a:blip r:embed="rId65">
                <a:extLst>
                  <a:ext uri="{28A0092B-C50C-407E-A947-70E740481C1C}">
                    <a14:useLocalDpi xmlns:a14="http://schemas.microsoft.com/office/drawing/2010/main" val="0"/>
                  </a:ext>
                </a:extLst>
              </a:blip>
              <a:stretch>
                <a:fillRect/>
              </a:stretch>
            </p:blipFill>
            <p:spPr>
              <a:xfrm>
                <a:off x="5226834" y="232651"/>
                <a:ext cx="360000" cy="720000"/>
              </a:xfrm>
              <a:prstGeom prst="rect">
                <a:avLst/>
              </a:prstGeom>
            </p:spPr>
          </p:pic>
          <p:sp>
            <p:nvSpPr>
              <p:cNvPr id="106" name="矩形 105">
                <a:extLst>
                  <a:ext uri="{FF2B5EF4-FFF2-40B4-BE49-F238E27FC236}">
                    <a16:creationId xmlns:a16="http://schemas.microsoft.com/office/drawing/2014/main" id="{7977E987-C55C-45B1-BBA3-5261E18533A2}"/>
                  </a:ext>
                </a:extLst>
              </p:cNvPr>
              <p:cNvSpPr/>
              <p:nvPr/>
            </p:nvSpPr>
            <p:spPr>
              <a:xfrm>
                <a:off x="5217834" y="22365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0" name="组合 89">
              <a:extLst>
                <a:ext uri="{FF2B5EF4-FFF2-40B4-BE49-F238E27FC236}">
                  <a16:creationId xmlns:a16="http://schemas.microsoft.com/office/drawing/2014/main" id="{DD5D7758-0C29-4517-A080-71E859F57E9F}"/>
                </a:ext>
              </a:extLst>
            </p:cNvPr>
            <p:cNvGrpSpPr/>
            <p:nvPr/>
          </p:nvGrpSpPr>
          <p:grpSpPr>
            <a:xfrm>
              <a:off x="3672000" y="5039364"/>
              <a:ext cx="378000" cy="738000"/>
              <a:chOff x="6083618" y="232651"/>
              <a:chExt cx="378000" cy="738000"/>
            </a:xfrm>
          </p:grpSpPr>
          <p:pic>
            <p:nvPicPr>
              <p:cNvPr id="103" name="图片 102">
                <a:extLst>
                  <a:ext uri="{FF2B5EF4-FFF2-40B4-BE49-F238E27FC236}">
                    <a16:creationId xmlns:a16="http://schemas.microsoft.com/office/drawing/2014/main" id="{D8C8818D-AFB1-47CC-87A5-4235713D4B96}"/>
                  </a:ext>
                </a:extLst>
              </p:cNvPr>
              <p:cNvPicPr>
                <a:picLocks/>
              </p:cNvPicPr>
              <p:nvPr/>
            </p:nvPicPr>
            <p:blipFill>
              <a:blip r:embed="rId66">
                <a:extLst>
                  <a:ext uri="{28A0092B-C50C-407E-A947-70E740481C1C}">
                    <a14:useLocalDpi xmlns:a14="http://schemas.microsoft.com/office/drawing/2010/main" val="0"/>
                  </a:ext>
                </a:extLst>
              </a:blip>
              <a:stretch>
                <a:fillRect/>
              </a:stretch>
            </p:blipFill>
            <p:spPr>
              <a:xfrm>
                <a:off x="6092618" y="241651"/>
                <a:ext cx="360000" cy="720000"/>
              </a:xfrm>
              <a:prstGeom prst="rect">
                <a:avLst/>
              </a:prstGeom>
            </p:spPr>
          </p:pic>
          <p:sp>
            <p:nvSpPr>
              <p:cNvPr id="104" name="矩形 103">
                <a:extLst>
                  <a:ext uri="{FF2B5EF4-FFF2-40B4-BE49-F238E27FC236}">
                    <a16:creationId xmlns:a16="http://schemas.microsoft.com/office/drawing/2014/main" id="{C5873EF5-3514-4F2A-ADFD-881A79F9C601}"/>
                  </a:ext>
                </a:extLst>
              </p:cNvPr>
              <p:cNvSpPr/>
              <p:nvPr/>
            </p:nvSpPr>
            <p:spPr>
              <a:xfrm>
                <a:off x="6083618" y="23265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a:extLst>
                <a:ext uri="{FF2B5EF4-FFF2-40B4-BE49-F238E27FC236}">
                  <a16:creationId xmlns:a16="http://schemas.microsoft.com/office/drawing/2014/main" id="{023FBA35-89C2-4F17-916C-3F62963DC694}"/>
                </a:ext>
              </a:extLst>
            </p:cNvPr>
            <p:cNvGrpSpPr/>
            <p:nvPr/>
          </p:nvGrpSpPr>
          <p:grpSpPr>
            <a:xfrm>
              <a:off x="4104000" y="5039364"/>
              <a:ext cx="378000" cy="738000"/>
              <a:chOff x="6520273" y="226845"/>
              <a:chExt cx="378000" cy="738000"/>
            </a:xfrm>
          </p:grpSpPr>
          <p:pic>
            <p:nvPicPr>
              <p:cNvPr id="101" name="图片 100">
                <a:extLst>
                  <a:ext uri="{FF2B5EF4-FFF2-40B4-BE49-F238E27FC236}">
                    <a16:creationId xmlns:a16="http://schemas.microsoft.com/office/drawing/2014/main" id="{014AEBE9-A6A1-4273-A3FB-62AC3CF8963F}"/>
                  </a:ext>
                </a:extLst>
              </p:cNvPr>
              <p:cNvPicPr>
                <a:picLocks/>
              </p:cNvPicPr>
              <p:nvPr/>
            </p:nvPicPr>
            <p:blipFill>
              <a:blip r:embed="rId67">
                <a:extLst>
                  <a:ext uri="{28A0092B-C50C-407E-A947-70E740481C1C}">
                    <a14:useLocalDpi xmlns:a14="http://schemas.microsoft.com/office/drawing/2010/main" val="0"/>
                  </a:ext>
                </a:extLst>
              </a:blip>
              <a:stretch>
                <a:fillRect/>
              </a:stretch>
            </p:blipFill>
            <p:spPr>
              <a:xfrm>
                <a:off x="6529273" y="235845"/>
                <a:ext cx="360000" cy="720000"/>
              </a:xfrm>
              <a:prstGeom prst="rect">
                <a:avLst/>
              </a:prstGeom>
            </p:spPr>
          </p:pic>
          <p:sp>
            <p:nvSpPr>
              <p:cNvPr id="102" name="矩形 101">
                <a:extLst>
                  <a:ext uri="{FF2B5EF4-FFF2-40B4-BE49-F238E27FC236}">
                    <a16:creationId xmlns:a16="http://schemas.microsoft.com/office/drawing/2014/main" id="{35D101C3-3CBA-4A2E-8D7A-22CDC4510485}"/>
                  </a:ext>
                </a:extLst>
              </p:cNvPr>
              <p:cNvSpPr/>
              <p:nvPr/>
            </p:nvSpPr>
            <p:spPr>
              <a:xfrm>
                <a:off x="6520273" y="226845"/>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2" name="组合 91">
              <a:extLst>
                <a:ext uri="{FF2B5EF4-FFF2-40B4-BE49-F238E27FC236}">
                  <a16:creationId xmlns:a16="http://schemas.microsoft.com/office/drawing/2014/main" id="{FD83A6C0-5A9D-471E-8285-39B2A128A674}"/>
                </a:ext>
              </a:extLst>
            </p:cNvPr>
            <p:cNvGrpSpPr/>
            <p:nvPr/>
          </p:nvGrpSpPr>
          <p:grpSpPr>
            <a:xfrm>
              <a:off x="4536000" y="5039364"/>
              <a:ext cx="378000" cy="738000"/>
              <a:chOff x="6954449" y="232651"/>
              <a:chExt cx="378000" cy="738000"/>
            </a:xfrm>
          </p:grpSpPr>
          <p:pic>
            <p:nvPicPr>
              <p:cNvPr id="99" name="图片 98">
                <a:extLst>
                  <a:ext uri="{FF2B5EF4-FFF2-40B4-BE49-F238E27FC236}">
                    <a16:creationId xmlns:a16="http://schemas.microsoft.com/office/drawing/2014/main" id="{8B9FB0F1-1490-484B-9F2E-3DFEBF50816C}"/>
                  </a:ext>
                </a:extLst>
              </p:cNvPr>
              <p:cNvPicPr>
                <a:picLocks/>
              </p:cNvPicPr>
              <p:nvPr/>
            </p:nvPicPr>
            <p:blipFill>
              <a:blip r:embed="rId68">
                <a:extLst>
                  <a:ext uri="{28A0092B-C50C-407E-A947-70E740481C1C}">
                    <a14:useLocalDpi xmlns:a14="http://schemas.microsoft.com/office/drawing/2010/main" val="0"/>
                  </a:ext>
                </a:extLst>
              </a:blip>
              <a:stretch>
                <a:fillRect/>
              </a:stretch>
            </p:blipFill>
            <p:spPr>
              <a:xfrm>
                <a:off x="6963449" y="241651"/>
                <a:ext cx="360000" cy="720000"/>
              </a:xfrm>
              <a:prstGeom prst="rect">
                <a:avLst/>
              </a:prstGeom>
            </p:spPr>
          </p:pic>
          <p:sp>
            <p:nvSpPr>
              <p:cNvPr id="100" name="矩形 99">
                <a:extLst>
                  <a:ext uri="{FF2B5EF4-FFF2-40B4-BE49-F238E27FC236}">
                    <a16:creationId xmlns:a16="http://schemas.microsoft.com/office/drawing/2014/main" id="{00B904F6-830D-4227-8D91-EDFC77A5EB27}"/>
                  </a:ext>
                </a:extLst>
              </p:cNvPr>
              <p:cNvSpPr/>
              <p:nvPr/>
            </p:nvSpPr>
            <p:spPr>
              <a:xfrm>
                <a:off x="6954449" y="23265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3" name="组合 92">
              <a:extLst>
                <a:ext uri="{FF2B5EF4-FFF2-40B4-BE49-F238E27FC236}">
                  <a16:creationId xmlns:a16="http://schemas.microsoft.com/office/drawing/2014/main" id="{B2DCB75F-541C-4AC1-B401-58F1539FE743}"/>
                </a:ext>
              </a:extLst>
            </p:cNvPr>
            <p:cNvGrpSpPr/>
            <p:nvPr/>
          </p:nvGrpSpPr>
          <p:grpSpPr>
            <a:xfrm>
              <a:off x="4968000" y="5039364"/>
              <a:ext cx="378000" cy="738000"/>
              <a:chOff x="7391871" y="232651"/>
              <a:chExt cx="378000" cy="738000"/>
            </a:xfrm>
          </p:grpSpPr>
          <p:pic>
            <p:nvPicPr>
              <p:cNvPr id="97" name="图片 96">
                <a:extLst>
                  <a:ext uri="{FF2B5EF4-FFF2-40B4-BE49-F238E27FC236}">
                    <a16:creationId xmlns:a16="http://schemas.microsoft.com/office/drawing/2014/main" id="{3EF7E61C-CF76-4BD2-BDBD-6FC718131382}"/>
                  </a:ext>
                </a:extLst>
              </p:cNvPr>
              <p:cNvPicPr>
                <a:picLocks/>
              </p:cNvPicPr>
              <p:nvPr/>
            </p:nvPicPr>
            <p:blipFill>
              <a:blip r:embed="rId69">
                <a:extLst>
                  <a:ext uri="{28A0092B-C50C-407E-A947-70E740481C1C}">
                    <a14:useLocalDpi xmlns:a14="http://schemas.microsoft.com/office/drawing/2010/main" val="0"/>
                  </a:ext>
                </a:extLst>
              </a:blip>
              <a:stretch>
                <a:fillRect/>
              </a:stretch>
            </p:blipFill>
            <p:spPr>
              <a:xfrm>
                <a:off x="7400871" y="241651"/>
                <a:ext cx="360000" cy="720000"/>
              </a:xfrm>
              <a:prstGeom prst="rect">
                <a:avLst/>
              </a:prstGeom>
            </p:spPr>
          </p:pic>
          <p:sp>
            <p:nvSpPr>
              <p:cNvPr id="98" name="矩形 97">
                <a:extLst>
                  <a:ext uri="{FF2B5EF4-FFF2-40B4-BE49-F238E27FC236}">
                    <a16:creationId xmlns:a16="http://schemas.microsoft.com/office/drawing/2014/main" id="{BED3E3B7-8115-4B58-A04F-AA6D9A5899F6}"/>
                  </a:ext>
                </a:extLst>
              </p:cNvPr>
              <p:cNvSpPr/>
              <p:nvPr/>
            </p:nvSpPr>
            <p:spPr>
              <a:xfrm>
                <a:off x="7391871" y="23265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4" name="组合 93">
              <a:extLst>
                <a:ext uri="{FF2B5EF4-FFF2-40B4-BE49-F238E27FC236}">
                  <a16:creationId xmlns:a16="http://schemas.microsoft.com/office/drawing/2014/main" id="{CA35DB56-20E2-4E5F-B539-77B212BF2ED3}"/>
                </a:ext>
              </a:extLst>
            </p:cNvPr>
            <p:cNvGrpSpPr/>
            <p:nvPr/>
          </p:nvGrpSpPr>
          <p:grpSpPr>
            <a:xfrm>
              <a:off x="1080000" y="5039364"/>
              <a:ext cx="378000" cy="738000"/>
              <a:chOff x="3485382" y="228151"/>
              <a:chExt cx="378000" cy="738000"/>
            </a:xfrm>
          </p:grpSpPr>
          <p:sp>
            <p:nvSpPr>
              <p:cNvPr id="95" name="矩形 94">
                <a:extLst>
                  <a:ext uri="{FF2B5EF4-FFF2-40B4-BE49-F238E27FC236}">
                    <a16:creationId xmlns:a16="http://schemas.microsoft.com/office/drawing/2014/main" id="{9195F4DC-2427-4AD1-B6C1-B36C4F30490D}"/>
                  </a:ext>
                </a:extLst>
              </p:cNvPr>
              <p:cNvSpPr/>
              <p:nvPr/>
            </p:nvSpPr>
            <p:spPr>
              <a:xfrm>
                <a:off x="3485382" y="228151"/>
                <a:ext cx="378000" cy="738000"/>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6" name="图片 95">
                <a:extLst>
                  <a:ext uri="{FF2B5EF4-FFF2-40B4-BE49-F238E27FC236}">
                    <a16:creationId xmlns:a16="http://schemas.microsoft.com/office/drawing/2014/main" id="{082A4096-F5B7-496A-8194-A33AD345478B}"/>
                  </a:ext>
                </a:extLst>
              </p:cNvPr>
              <p:cNvPicPr>
                <a:picLocks/>
              </p:cNvPicPr>
              <p:nvPr/>
            </p:nvPicPr>
            <p:blipFill>
              <a:blip r:embed="rId70">
                <a:extLst>
                  <a:ext uri="{28A0092B-C50C-407E-A947-70E740481C1C}">
                    <a14:useLocalDpi xmlns:a14="http://schemas.microsoft.com/office/drawing/2010/main" val="0"/>
                  </a:ext>
                </a:extLst>
              </a:blip>
              <a:stretch>
                <a:fillRect/>
              </a:stretch>
            </p:blipFill>
            <p:spPr>
              <a:xfrm>
                <a:off x="3494382" y="237151"/>
                <a:ext cx="360000" cy="720000"/>
              </a:xfrm>
              <a:prstGeom prst="rect">
                <a:avLst/>
              </a:prstGeom>
            </p:spPr>
          </p:pic>
        </p:grpSp>
      </p:grpSp>
      <p:sp>
        <p:nvSpPr>
          <p:cNvPr id="215" name="文本框 214">
            <a:extLst>
              <a:ext uri="{FF2B5EF4-FFF2-40B4-BE49-F238E27FC236}">
                <a16:creationId xmlns:a16="http://schemas.microsoft.com/office/drawing/2014/main" id="{026D9E03-9524-4A5F-924C-5A2DBE447416}"/>
              </a:ext>
            </a:extLst>
          </p:cNvPr>
          <p:cNvSpPr txBox="1"/>
          <p:nvPr/>
        </p:nvSpPr>
        <p:spPr>
          <a:xfrm>
            <a:off x="6096000" y="1808040"/>
            <a:ext cx="5515902" cy="2813655"/>
          </a:xfrm>
          <a:prstGeom prst="rect">
            <a:avLst/>
          </a:prstGeom>
          <a:noFill/>
        </p:spPr>
        <p:txBody>
          <a:bodyPr wrap="square" rtlCol="0">
            <a:spAutoFit/>
          </a:bodyPr>
          <a:lstStyle/>
          <a:p>
            <a:pPr>
              <a:lnSpc>
                <a:spcPct val="130000"/>
              </a:lnSpc>
            </a:pPr>
            <a:r>
              <a:rPr lang="zh-CN" altLang="en-US" sz="2800" dirty="0">
                <a:latin typeface="楷体" panose="02010609060101010101" pitchFamily="49" charset="-122"/>
                <a:ea typeface="楷体" panose="02010609060101010101" pitchFamily="49" charset="-122"/>
              </a:rPr>
              <a:t>在存在遮挡、光线差异、分辨率差异或背景杂乱的情况下，仍能得到可靠的检索结果。</a:t>
            </a:r>
            <a:endParaRPr lang="en-US" altLang="zh-CN" sz="2800" dirty="0">
              <a:latin typeface="楷体" panose="02010609060101010101" pitchFamily="49" charset="-122"/>
              <a:ea typeface="楷体" panose="02010609060101010101" pitchFamily="49" charset="-122"/>
            </a:endParaRPr>
          </a:p>
          <a:p>
            <a:pPr>
              <a:lnSpc>
                <a:spcPct val="130000"/>
              </a:lnSpc>
            </a:pPr>
            <a:r>
              <a:rPr lang="zh-CN" altLang="en-US" sz="2800" dirty="0">
                <a:latin typeface="楷体" panose="02010609060101010101" pitchFamily="49" charset="-122"/>
                <a:ea typeface="楷体" panose="02010609060101010101" pitchFamily="49" charset="-122"/>
              </a:rPr>
              <a:t>学习到了更鲁棒更具有区分性的特征。</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6240620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4872000" y="387423"/>
            <a:ext cx="244800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报告提纲</a:t>
            </a:r>
            <a:endParaRPr lang="zh-CN" altLang="en-US" sz="4400" dirty="0"/>
          </a:p>
        </p:txBody>
      </p:sp>
      <p:sp>
        <p:nvSpPr>
          <p:cNvPr id="10" name="文本框 9">
            <a:extLst>
              <a:ext uri="{FF2B5EF4-FFF2-40B4-BE49-F238E27FC236}">
                <a16:creationId xmlns:a16="http://schemas.microsoft.com/office/drawing/2014/main" id="{0FF5A03C-D32D-49A7-89A1-1F8BDF1866FF}"/>
              </a:ext>
            </a:extLst>
          </p:cNvPr>
          <p:cNvSpPr txBox="1"/>
          <p:nvPr/>
        </p:nvSpPr>
        <p:spPr>
          <a:xfrm>
            <a:off x="812799" y="1471111"/>
            <a:ext cx="11101033" cy="3286477"/>
          </a:xfrm>
          <a:prstGeom prst="rect">
            <a:avLst/>
          </a:prstGeom>
          <a:noFill/>
        </p:spPr>
        <p:txBody>
          <a:bodyPr wrap="square">
            <a:spAutoFit/>
          </a:bodyPr>
          <a:lstStyle/>
          <a:p>
            <a:pPr marL="457200" indent="-457200">
              <a:lnSpc>
                <a:spcPct val="150000"/>
              </a:lnSpc>
              <a:buFont typeface="Arial" panose="020B0604020202020204" pitchFamily="34" charset="0"/>
              <a:buChar char="•"/>
            </a:pPr>
            <a:r>
              <a:rPr lang="zh-CN" altLang="en-US" sz="3600" dirty="0">
                <a:solidFill>
                  <a:schemeClr val="bg1">
                    <a:lumMod val="75000"/>
                  </a:schemeClr>
                </a:solidFill>
                <a:latin typeface="楷体" panose="02010609060101010101" pitchFamily="49" charset="-122"/>
                <a:ea typeface="楷体" panose="02010609060101010101" pitchFamily="49" charset="-122"/>
              </a:rPr>
              <a:t>研究背景及意义</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solidFill>
                  <a:schemeClr val="bg1">
                    <a:lumMod val="75000"/>
                  </a:schemeClr>
                </a:solidFill>
                <a:latin typeface="楷体" panose="02010609060101010101" pitchFamily="49" charset="-122"/>
                <a:ea typeface="楷体" panose="02010609060101010101" pitchFamily="49" charset="-122"/>
              </a:rPr>
              <a:t>基于卷积神经网络的属性特征学习与融合</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solidFill>
                  <a:schemeClr val="bg1">
                    <a:lumMod val="75000"/>
                  </a:schemeClr>
                </a:solidFill>
                <a:latin typeface="楷体" panose="02010609060101010101" pitchFamily="49" charset="-122"/>
                <a:ea typeface="楷体" panose="02010609060101010101" pitchFamily="49" charset="-122"/>
              </a:rPr>
              <a:t>基于对抗学习的领域自适应特征学习</a:t>
            </a:r>
            <a:endParaRPr lang="en-US" altLang="zh-CN" sz="3600" dirty="0">
              <a:solidFill>
                <a:schemeClr val="bg1">
                  <a:lumMod val="75000"/>
                </a:schemeClr>
              </a:solidFill>
              <a:latin typeface="楷体" panose="02010609060101010101" pitchFamily="49" charset="-122"/>
              <a:ea typeface="楷体" panose="02010609060101010101" pitchFamily="49" charset="-122"/>
            </a:endParaRPr>
          </a:p>
          <a:p>
            <a:pPr marL="457200" indent="-457200">
              <a:lnSpc>
                <a:spcPct val="150000"/>
              </a:lnSpc>
              <a:buFont typeface="Arial" panose="020B0604020202020204" pitchFamily="34" charset="0"/>
              <a:buChar char="•"/>
            </a:pPr>
            <a:r>
              <a:rPr lang="zh-CN" altLang="en-US" sz="3600" dirty="0">
                <a:latin typeface="楷体" panose="02010609060101010101" pitchFamily="49" charset="-122"/>
                <a:ea typeface="楷体" panose="02010609060101010101" pitchFamily="49" charset="-122"/>
              </a:rPr>
              <a:t>总结与展望</a:t>
            </a:r>
          </a:p>
        </p:txBody>
      </p:sp>
    </p:spTree>
    <p:extLst>
      <p:ext uri="{BB962C8B-B14F-4D97-AF65-F5344CB8AC3E}">
        <p14:creationId xmlns:p14="http://schemas.microsoft.com/office/powerpoint/2010/main" val="974795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9717760" cy="769441"/>
          </a:xfrm>
          <a:prstGeom prst="rect">
            <a:avLst/>
          </a:prstGeom>
          <a:noFill/>
        </p:spPr>
        <p:txBody>
          <a:bodyPr wrap="square">
            <a:spAutoFit/>
          </a:bodyPr>
          <a:lstStyle/>
          <a:p>
            <a:r>
              <a:rPr lang="zh-CN" altLang="en-US" sz="4400" dirty="0">
                <a:solidFill>
                  <a:srgbClr val="0070C0"/>
                </a:solidFill>
                <a:latin typeface="楷体" panose="02010609060101010101" pitchFamily="49" charset="-122"/>
                <a:ea typeface="楷体" panose="02010609060101010101" pitchFamily="49" charset="-122"/>
              </a:rPr>
              <a:t>总结与展望</a:t>
            </a:r>
          </a:p>
        </p:txBody>
      </p:sp>
      <p:sp>
        <p:nvSpPr>
          <p:cNvPr id="216" name="文本框 215">
            <a:extLst>
              <a:ext uri="{FF2B5EF4-FFF2-40B4-BE49-F238E27FC236}">
                <a16:creationId xmlns:a16="http://schemas.microsoft.com/office/drawing/2014/main" id="{C139C264-CD96-4249-B228-344109C98F94}"/>
              </a:ext>
            </a:extLst>
          </p:cNvPr>
          <p:cNvSpPr txBox="1"/>
          <p:nvPr/>
        </p:nvSpPr>
        <p:spPr>
          <a:xfrm>
            <a:off x="672824" y="4686354"/>
            <a:ext cx="11112776" cy="1844159"/>
          </a:xfrm>
          <a:prstGeom prst="rect">
            <a:avLst/>
          </a:prstGeom>
          <a:noFill/>
        </p:spPr>
        <p:txBody>
          <a:bodyPr wrap="square" rtlCol="0">
            <a:spAutoFit/>
          </a:bodyPr>
          <a:lstStyle/>
          <a:p>
            <a:pPr marL="342900" indent="-342900">
              <a:lnSpc>
                <a:spcPct val="130000"/>
              </a:lnSpc>
              <a:buFont typeface="Wingdings" panose="05000000000000000000" pitchFamily="2" charset="2"/>
              <a:buChar char="l"/>
            </a:pPr>
            <a:r>
              <a:rPr lang="zh-CN" altLang="en-US" sz="2800" b="1" dirty="0">
                <a:latin typeface="楷体" panose="02010609060101010101" pitchFamily="49" charset="-122"/>
                <a:ea typeface="楷体" panose="02010609060101010101" pitchFamily="49" charset="-122"/>
              </a:rPr>
              <a:t>展望</a:t>
            </a:r>
            <a:endParaRPr lang="en-US" altLang="zh-CN" sz="2800" b="1" dirty="0">
              <a:latin typeface="楷体" panose="02010609060101010101" pitchFamily="49" charset="-122"/>
              <a:ea typeface="楷体" panose="02010609060101010101" pitchFamily="49" charset="-122"/>
            </a:endParaRPr>
          </a:p>
          <a:p>
            <a:pPr marL="828000" indent="-457200">
              <a:lnSpc>
                <a:spcPct val="150000"/>
              </a:lnSpc>
              <a:buFont typeface="+mj-lt"/>
              <a:buAutoNum type="arabicPeriod"/>
            </a:pPr>
            <a:r>
              <a:rPr lang="zh-CN" altLang="en-US" sz="2800" dirty="0">
                <a:latin typeface="楷体" panose="02010609060101010101" pitchFamily="49" charset="-122"/>
                <a:ea typeface="楷体" panose="02010609060101010101" pitchFamily="49" charset="-122"/>
              </a:rPr>
              <a:t>研究行人共有属性的特征匹配；</a:t>
            </a:r>
            <a:endParaRPr lang="en-US" altLang="zh-CN" sz="2800" dirty="0">
              <a:latin typeface="楷体" panose="02010609060101010101" pitchFamily="49" charset="-122"/>
              <a:ea typeface="楷体" panose="02010609060101010101" pitchFamily="49" charset="-122"/>
            </a:endParaRPr>
          </a:p>
          <a:p>
            <a:pPr marL="828000" indent="-457200">
              <a:lnSpc>
                <a:spcPct val="150000"/>
              </a:lnSpc>
              <a:buFont typeface="+mj-lt"/>
              <a:buAutoNum type="arabicPeriod"/>
            </a:pPr>
            <a:r>
              <a:rPr lang="zh-CN" altLang="en-US" sz="2800" dirty="0">
                <a:latin typeface="楷体" panose="02010609060101010101" pitchFamily="49" charset="-122"/>
                <a:ea typeface="楷体" panose="02010609060101010101" pitchFamily="49" charset="-122"/>
              </a:rPr>
              <a:t>考虑如何减小聚类过程中产生的标签噪声。</a:t>
            </a:r>
            <a:endParaRPr lang="en-US" altLang="zh-CN" sz="2800" dirty="0">
              <a:latin typeface="楷体" panose="02010609060101010101" pitchFamily="49" charset="-122"/>
              <a:ea typeface="楷体" panose="02010609060101010101" pitchFamily="49" charset="-122"/>
            </a:endParaRPr>
          </a:p>
        </p:txBody>
      </p:sp>
      <p:sp>
        <p:nvSpPr>
          <p:cNvPr id="217" name="文本框 216">
            <a:extLst>
              <a:ext uri="{FF2B5EF4-FFF2-40B4-BE49-F238E27FC236}">
                <a16:creationId xmlns:a16="http://schemas.microsoft.com/office/drawing/2014/main" id="{9F106472-2428-403D-955B-208D75CBC0F8}"/>
              </a:ext>
            </a:extLst>
          </p:cNvPr>
          <p:cNvSpPr txBox="1"/>
          <p:nvPr/>
        </p:nvSpPr>
        <p:spPr>
          <a:xfrm>
            <a:off x="672824" y="1249566"/>
            <a:ext cx="11112776" cy="3222998"/>
          </a:xfrm>
          <a:prstGeom prst="rect">
            <a:avLst/>
          </a:prstGeom>
          <a:noFill/>
        </p:spPr>
        <p:txBody>
          <a:bodyPr wrap="square" rtlCol="0">
            <a:spAutoFit/>
          </a:bodyPr>
          <a:lstStyle/>
          <a:p>
            <a:pPr marL="342900" indent="-342900">
              <a:lnSpc>
                <a:spcPct val="150000"/>
              </a:lnSpc>
              <a:buFont typeface="Wingdings" panose="05000000000000000000" pitchFamily="2" charset="2"/>
              <a:buChar char="l"/>
            </a:pPr>
            <a:r>
              <a:rPr lang="zh-CN" altLang="en-US" sz="2800" b="1" dirty="0">
                <a:latin typeface="楷体" panose="02010609060101010101" pitchFamily="49" charset="-122"/>
                <a:ea typeface="楷体" panose="02010609060101010101" pitchFamily="49" charset="-122"/>
              </a:rPr>
              <a:t>结论</a:t>
            </a:r>
            <a:endParaRPr lang="en-US" altLang="zh-CN" sz="2800" b="1" dirty="0">
              <a:latin typeface="楷体" panose="02010609060101010101" pitchFamily="49" charset="-122"/>
              <a:ea typeface="楷体" panose="02010609060101010101" pitchFamily="49" charset="-122"/>
            </a:endParaRPr>
          </a:p>
          <a:p>
            <a:pPr marL="828000" indent="-457200">
              <a:lnSpc>
                <a:spcPct val="150000"/>
              </a:lnSpc>
              <a:buFont typeface="+mj-lt"/>
              <a:buAutoNum type="arabicPeriod"/>
            </a:pPr>
            <a:r>
              <a:rPr lang="zh-CN" altLang="en-US" sz="2800" dirty="0">
                <a:latin typeface="楷体" panose="02010609060101010101" pitchFamily="49" charset="-122"/>
                <a:ea typeface="楷体" panose="02010609060101010101" pitchFamily="49" charset="-122"/>
              </a:rPr>
              <a:t>基于属性特征进行研究，学习属性融合特征并与全局特征结合提高行人重识别的准确率；</a:t>
            </a:r>
            <a:endParaRPr lang="en-US" altLang="zh-CN" sz="2800" dirty="0">
              <a:latin typeface="楷体" panose="02010609060101010101" pitchFamily="49" charset="-122"/>
              <a:ea typeface="楷体" panose="02010609060101010101" pitchFamily="49" charset="-122"/>
            </a:endParaRPr>
          </a:p>
          <a:p>
            <a:pPr marL="828000" indent="-457200">
              <a:lnSpc>
                <a:spcPct val="150000"/>
              </a:lnSpc>
              <a:buFont typeface="+mj-lt"/>
              <a:buAutoNum type="arabicPeriod"/>
            </a:pPr>
            <a:r>
              <a:rPr lang="zh-CN" altLang="en-US" sz="2800" dirty="0">
                <a:latin typeface="楷体" panose="02010609060101010101" pitchFamily="49" charset="-122"/>
                <a:ea typeface="楷体" panose="02010609060101010101" pitchFamily="49" charset="-122"/>
              </a:rPr>
              <a:t>在无监督领域自适应的行人重识别任务中，基于类别特征和对抗学习方法，学习具有区分性的域不变特征。</a:t>
            </a:r>
            <a:endParaRPr lang="en-US" altLang="zh-CN" sz="280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456791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0004400" y="847"/>
            <a:ext cx="2186432" cy="1156017"/>
            <a:chOff x="9930918" y="40208"/>
            <a:chExt cx="1784543" cy="944513"/>
          </a:xfrm>
        </p:grpSpPr>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
        <p:nvSpPr>
          <p:cNvPr id="8" name="文本框 7">
            <a:extLst>
              <a:ext uri="{FF2B5EF4-FFF2-40B4-BE49-F238E27FC236}">
                <a16:creationId xmlns:a16="http://schemas.microsoft.com/office/drawing/2014/main" id="{6541481D-E4C9-4603-9B39-206779D81CB2}"/>
              </a:ext>
            </a:extLst>
          </p:cNvPr>
          <p:cNvSpPr txBox="1"/>
          <p:nvPr/>
        </p:nvSpPr>
        <p:spPr>
          <a:xfrm>
            <a:off x="360000" y="360000"/>
            <a:ext cx="9717760" cy="769441"/>
          </a:xfrm>
          <a:prstGeom prst="rect">
            <a:avLst/>
          </a:prstGeom>
          <a:noFill/>
        </p:spPr>
        <p:txBody>
          <a:bodyPr wrap="square">
            <a:spAutoFit/>
          </a:bodyPr>
          <a:lstStyle/>
          <a:p>
            <a:r>
              <a:rPr lang="zh-CN" altLang="en-US" sz="4400">
                <a:solidFill>
                  <a:srgbClr val="0070C0"/>
                </a:solidFill>
                <a:latin typeface="楷体" panose="02010609060101010101" pitchFamily="49" charset="-122"/>
                <a:ea typeface="楷体" panose="02010609060101010101" pitchFamily="49" charset="-122"/>
              </a:rPr>
              <a:t>研究成果</a:t>
            </a:r>
            <a:endParaRPr lang="zh-CN" altLang="en-US" sz="4400" dirty="0">
              <a:solidFill>
                <a:srgbClr val="0070C0"/>
              </a:solidFill>
              <a:latin typeface="楷体" panose="02010609060101010101" pitchFamily="49" charset="-122"/>
              <a:ea typeface="楷体" panose="02010609060101010101" pitchFamily="49" charset="-122"/>
            </a:endParaRPr>
          </a:p>
        </p:txBody>
      </p:sp>
      <p:sp>
        <p:nvSpPr>
          <p:cNvPr id="217" name="文本框 216">
            <a:extLst>
              <a:ext uri="{FF2B5EF4-FFF2-40B4-BE49-F238E27FC236}">
                <a16:creationId xmlns:a16="http://schemas.microsoft.com/office/drawing/2014/main" id="{9F106472-2428-403D-955B-208D75CBC0F8}"/>
              </a:ext>
            </a:extLst>
          </p:cNvPr>
          <p:cNvSpPr txBox="1"/>
          <p:nvPr/>
        </p:nvSpPr>
        <p:spPr>
          <a:xfrm>
            <a:off x="360000" y="1829499"/>
            <a:ext cx="11435759" cy="2221762"/>
          </a:xfrm>
          <a:prstGeom prst="rect">
            <a:avLst/>
          </a:prstGeom>
          <a:noFill/>
        </p:spPr>
        <p:txBody>
          <a:bodyPr wrap="square" rtlCol="0">
            <a:spAutoFit/>
          </a:bodyPr>
          <a:lstStyle/>
          <a:p>
            <a:pPr marL="342900" indent="-342900">
              <a:lnSpc>
                <a:spcPct val="150000"/>
              </a:lnSpc>
              <a:buFont typeface="+mj-lt"/>
              <a:buAutoNum type="arabicPeriod"/>
            </a:pPr>
            <a:r>
              <a:rPr lang="zh-CN" altLang="en-US" sz="2400" b="1" dirty="0">
                <a:latin typeface="楷体" panose="02010609060101010101" pitchFamily="49" charset="-122"/>
                <a:ea typeface="楷体" panose="02010609060101010101" pitchFamily="49" charset="-122"/>
              </a:rPr>
              <a:t>邵晓雯</a:t>
            </a: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帅惠</a:t>
            </a: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刘青山</a:t>
            </a: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融合属性特征的行人重识别方法</a:t>
            </a:r>
            <a:r>
              <a:rPr lang="en-US" altLang="zh-CN" sz="2400" dirty="0">
                <a:latin typeface="楷体" panose="02010609060101010101" pitchFamily="49" charset="-122"/>
                <a:ea typeface="楷体" panose="02010609060101010101" pitchFamily="49" charset="-122"/>
              </a:rPr>
              <a:t>[J/OL]. </a:t>
            </a:r>
            <a:r>
              <a:rPr lang="zh-CN" altLang="en-US" sz="2400" dirty="0">
                <a:latin typeface="楷体" panose="02010609060101010101" pitchFamily="49" charset="-122"/>
                <a:ea typeface="楷体" panose="02010609060101010101" pitchFamily="49" charset="-122"/>
              </a:rPr>
              <a:t>自动化学报</a:t>
            </a:r>
            <a:r>
              <a:rPr lang="en-US" altLang="zh-CN" sz="2400" dirty="0">
                <a:latin typeface="楷体" panose="02010609060101010101" pitchFamily="49" charset="-122"/>
                <a:ea typeface="楷体" panose="02010609060101010101" pitchFamily="49" charset="-122"/>
              </a:rPr>
              <a:t>: 1-9[2020-04-17]. </a:t>
            </a:r>
            <a:r>
              <a:rPr lang="en-US" altLang="zh-CN" sz="2400" dirty="0">
                <a:latin typeface="楷体" panose="02010609060101010101" pitchFamily="49" charset="-122"/>
                <a:ea typeface="楷体" panose="02010609060101010101" pitchFamily="49" charset="-122"/>
                <a:hlinkClick r:id="rId4"/>
              </a:rPr>
              <a:t>https://doi.org/10.16383/j.aas.c190763</a:t>
            </a:r>
            <a:r>
              <a:rPr lang="en-US" altLang="zh-CN" sz="2400" dirty="0">
                <a:latin typeface="楷体" panose="02010609060101010101" pitchFamily="49" charset="-122"/>
                <a:ea typeface="楷体" panose="02010609060101010101" pitchFamily="49" charset="-122"/>
              </a:rPr>
              <a:t>. </a:t>
            </a:r>
          </a:p>
          <a:p>
            <a:pPr marL="342900" indent="-342900">
              <a:lnSpc>
                <a:spcPct val="150000"/>
              </a:lnSpc>
              <a:buFont typeface="+mj-lt"/>
              <a:buAutoNum type="arabicPeriod"/>
            </a:pPr>
            <a:r>
              <a:rPr lang="zh-CN" altLang="en-US" sz="2400" dirty="0">
                <a:latin typeface="楷体" panose="02010609060101010101" pitchFamily="49" charset="-122"/>
                <a:ea typeface="楷体" panose="02010609060101010101" pitchFamily="49" charset="-122"/>
              </a:rPr>
              <a:t>高明达</a:t>
            </a: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孙玉宝</a:t>
            </a: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刘青山</a:t>
            </a:r>
            <a:r>
              <a:rPr lang="en-US" altLang="zh-CN" sz="2400" dirty="0">
                <a:latin typeface="楷体" panose="02010609060101010101" pitchFamily="49" charset="-122"/>
                <a:ea typeface="楷体" panose="02010609060101010101" pitchFamily="49" charset="-122"/>
              </a:rPr>
              <a:t>, </a:t>
            </a:r>
            <a:r>
              <a:rPr lang="zh-CN" altLang="en-US" sz="2400" b="1" dirty="0">
                <a:latin typeface="楷体" panose="02010609060101010101" pitchFamily="49" charset="-122"/>
                <a:ea typeface="楷体" panose="02010609060101010101" pitchFamily="49" charset="-122"/>
              </a:rPr>
              <a:t>邵晓雯</a:t>
            </a: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联合姿态先验的人体精确解析双分支网络模型</a:t>
            </a:r>
            <a:r>
              <a:rPr lang="en-US" altLang="zh-CN" sz="2400" dirty="0">
                <a:latin typeface="楷体" panose="02010609060101010101" pitchFamily="49" charset="-122"/>
                <a:ea typeface="楷体" panose="02010609060101010101" pitchFamily="49" charset="-122"/>
              </a:rPr>
              <a:t>[J]. </a:t>
            </a:r>
            <a:r>
              <a:rPr lang="zh-CN" altLang="en-US" sz="2400" dirty="0">
                <a:latin typeface="楷体" panose="02010609060101010101" pitchFamily="49" charset="-122"/>
                <a:ea typeface="楷体" panose="02010609060101010101" pitchFamily="49" charset="-122"/>
              </a:rPr>
              <a:t>软件学报</a:t>
            </a:r>
            <a:r>
              <a:rPr lang="en-US" altLang="zh-CN" sz="2400" dirty="0">
                <a:latin typeface="楷体" panose="02010609060101010101" pitchFamily="49" charset="-122"/>
                <a:ea typeface="楷体" panose="02010609060101010101" pitchFamily="49" charset="-122"/>
              </a:rPr>
              <a:t>, 2020, 31(07): 1959-1968.</a:t>
            </a:r>
          </a:p>
        </p:txBody>
      </p:sp>
    </p:spTree>
    <p:extLst>
      <p:ext uri="{BB962C8B-B14F-4D97-AF65-F5344CB8AC3E}">
        <p14:creationId xmlns:p14="http://schemas.microsoft.com/office/powerpoint/2010/main" val="4052931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944000"/>
            <a:ext cx="10515600" cy="4351338"/>
          </a:xfrm>
        </p:spPr>
        <p:txBody>
          <a:bodyPr>
            <a:normAutofit/>
          </a:bodyPr>
          <a:lstStyle/>
          <a:p>
            <a:pPr marL="0" indent="0" algn="ctr">
              <a:buNone/>
            </a:pPr>
            <a:r>
              <a:rPr lang="zh-CN" altLang="en-US" sz="4400" dirty="0">
                <a:latin typeface="楷体" panose="02010609060101010101" pitchFamily="49" charset="-122"/>
                <a:ea typeface="楷体" panose="02010609060101010101" pitchFamily="49" charset="-122"/>
              </a:rPr>
              <a:t>欢迎各位老师批评指导！</a:t>
            </a:r>
            <a:endParaRPr lang="en-US" altLang="zh-CN" sz="4400" dirty="0">
              <a:latin typeface="楷体" panose="02010609060101010101" pitchFamily="49" charset="-122"/>
              <a:ea typeface="楷体" panose="02010609060101010101" pitchFamily="49" charset="-122"/>
            </a:endParaRPr>
          </a:p>
          <a:p>
            <a:pPr marL="0" indent="0" algn="ctr">
              <a:buNone/>
            </a:pPr>
            <a:endParaRPr lang="en-US" altLang="zh-CN" sz="4400" dirty="0">
              <a:latin typeface="华文宋体" panose="02010600040101010101" pitchFamily="2" charset="-122"/>
              <a:ea typeface="华文宋体" panose="02010600040101010101" pitchFamily="2" charset="-122"/>
            </a:endParaRPr>
          </a:p>
          <a:p>
            <a:pPr marL="0" indent="0" algn="ctr">
              <a:buNone/>
            </a:pPr>
            <a:r>
              <a:rPr lang="zh-CN" altLang="en-US" sz="4400" dirty="0">
                <a:latin typeface="楷体" panose="02010609060101010101" pitchFamily="49" charset="-122"/>
                <a:ea typeface="楷体" panose="02010609060101010101" pitchFamily="49" charset="-122"/>
              </a:rPr>
              <a:t>谢谢！</a:t>
            </a:r>
          </a:p>
        </p:txBody>
      </p:sp>
      <p:grpSp>
        <p:nvGrpSpPr>
          <p:cNvPr id="12" name="组合 11"/>
          <p:cNvGrpSpPr/>
          <p:nvPr/>
        </p:nvGrpSpPr>
        <p:grpSpPr>
          <a:xfrm>
            <a:off x="10004400" y="847"/>
            <a:ext cx="2186432" cy="1156017"/>
            <a:chOff x="9930918" y="40208"/>
            <a:chExt cx="1784543" cy="944513"/>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7177" y="40208"/>
              <a:ext cx="1008284" cy="944513"/>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930918" y="129222"/>
              <a:ext cx="776259" cy="774976"/>
            </a:xfrm>
            <a:prstGeom prst="rect">
              <a:avLst/>
            </a:prstGeom>
          </p:spPr>
        </p:pic>
      </p:grpSp>
    </p:spTree>
    <p:extLst>
      <p:ext uri="{BB962C8B-B14F-4D97-AF65-F5344CB8AC3E}">
        <p14:creationId xmlns:p14="http://schemas.microsoft.com/office/powerpoint/2010/main" val="134152418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1083</TotalTime>
  <Words>2676</Words>
  <Application>Microsoft Office PowerPoint</Application>
  <PresentationFormat>宽屏</PresentationFormat>
  <Paragraphs>508</Paragraphs>
  <Slides>25</Slides>
  <Notes>23</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25</vt:i4>
      </vt:variant>
    </vt:vector>
  </HeadingPairs>
  <TitlesOfParts>
    <vt:vector size="37" baseType="lpstr">
      <vt:lpstr>CMR10</vt:lpstr>
      <vt:lpstr>simsun.ttf</vt:lpstr>
      <vt:lpstr>等线</vt:lpstr>
      <vt:lpstr>等线 Light</vt:lpstr>
      <vt:lpstr>华文宋体</vt:lpstr>
      <vt:lpstr>楷体</vt:lpstr>
      <vt:lpstr>宋体</vt:lpstr>
      <vt:lpstr>Arial</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shao xiaowen</dc:creator>
  <cp:lastModifiedBy>shao xiaowen</cp:lastModifiedBy>
  <cp:revision>2336</cp:revision>
  <dcterms:created xsi:type="dcterms:W3CDTF">2021-03-22T12:10:17Z</dcterms:created>
  <dcterms:modified xsi:type="dcterms:W3CDTF">2021-05-30T03:01:07Z</dcterms:modified>
</cp:coreProperties>
</file>